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5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3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8.xml" ContentType="application/vnd.openxmlformats-officedocument.presentationml.slideLayout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76" r:id="rId2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51435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  <a:defRPr lang="fr-FR"/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7D99FF1-1599-4201-A82D-90559AB2EEDF}">
  <a:tblStyle styleId="{57D99FF1-1599-4201-A82D-90559AB2EEDF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49"/>
        <p:guide pos="5306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078143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0686034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824578" name="Google Shape;278;g4dfce81f19_0_45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694789" name="Google Shape;279;g4dfce81f19_0_4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659883" name="Google Shape;387;g54dda1946d_6_30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897716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00658" name="Google Shape;441;g54dda1946d_6_322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639112" name="Google Shape;442;g54dda1946d_6_32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1787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072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6203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37A908-7533-5411-EF3F-3CB0473071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557360" name="Google Shape;515;g54dda1946d_6_344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296858" name="Google Shape;516;g54dda1946d_6_34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797312" name="Google Shape;387;g54dda1946d_6_308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2195232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26091" name="Google Shape;975;g1533c90e57b_0_73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959169" name="Google Shape;976;g1533c90e57b_0_73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649499" name="Google Shape;387;g54dda1946d_6_308:notes"/>
          <p:cNvSpPr/>
          <p:nvPr>
            <p:ph type="sldImg" idx="2"/>
          </p:nvPr>
        </p:nvSpPr>
        <p:spPr bwMode="auto">
          <a:xfrm>
            <a:off x="381296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126147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388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2735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297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70FBF1-7699-65AC-C276-03993665E5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371403" name="Google Shape;387;g54dda1946d_6_308:notes"/>
          <p:cNvSpPr/>
          <p:nvPr>
            <p:ph type="sldImg" idx="2"/>
          </p:nvPr>
        </p:nvSpPr>
        <p:spPr bwMode="auto">
          <a:xfrm>
            <a:off x="3812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760365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373881" name="Google Shape;515;g54dda1946d_6_344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439140" name="Google Shape;516;g54dda1946d_6_34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888186" name="Google Shape;314;gd431007ba2_0_215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159554" name="Google Shape;315;gd431007ba2_0_2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681066" name="Google Shape;1151;g54dda1946d_4_2701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068465" name="Google Shape;1152;g54dda1946d_4_270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3467098" name="Google Shape;387;g54dda1946d_6_308:notes"/>
          <p:cNvSpPr/>
          <p:nvPr>
            <p:ph type="sldImg" idx="2"/>
          </p:nvPr>
        </p:nvSpPr>
        <p:spPr bwMode="auto">
          <a:xfrm>
            <a:off x="381296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52439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230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0648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0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745EF5-6A79-04FA-7088-994734680F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753630" name="Google Shape;1231;g54dda1946d_4_2720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411139" name="Google Shape;1232;g54dda1946d_4_272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37864" name="Google Shape;387;g54dda1946d_6_308:notes"/>
          <p:cNvSpPr/>
          <p:nvPr>
            <p:ph type="sldImg" idx="2"/>
          </p:nvPr>
        </p:nvSpPr>
        <p:spPr bwMode="auto">
          <a:xfrm>
            <a:off x="381295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926234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344204" name="Google Shape;372;g1533c90e57b_0_417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772306" name="Google Shape;373;g1533c90e57b_0_41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073074" name="Google Shape;387;g54dda1946d_6_308:notes"/>
          <p:cNvSpPr/>
          <p:nvPr>
            <p:ph type="sldImg" idx="2"/>
          </p:nvPr>
        </p:nvSpPr>
        <p:spPr bwMode="auto">
          <a:xfrm>
            <a:off x="381294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121214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437828" name="Google Shape;387;g54dda1946d_6_308:notes"/>
          <p:cNvSpPr/>
          <p:nvPr>
            <p:ph type="sldImg" idx="2"/>
          </p:nvPr>
        </p:nvSpPr>
        <p:spPr bwMode="auto">
          <a:xfrm>
            <a:off x="381294" y="685800"/>
            <a:ext cx="6095997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363128" name="Google Shape;388;g54dda1946d_6_30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954400" name="Google Shape;1340;g135e18421cc_13_1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438346" name="Google Shape;1341;g135e18421cc_13_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730180" name="Google Shape;9;p2"/>
          <p:cNvSpPr txBox="1"/>
          <p:nvPr>
            <p:ph type="ctrTitle"/>
          </p:nvPr>
        </p:nvSpPr>
        <p:spPr bwMode="auto"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64061329" name="Google Shape;10;p2"/>
          <p:cNvSpPr txBox="1"/>
          <p:nvPr>
            <p:ph type="subTitle" idx="1"/>
          </p:nvPr>
        </p:nvSpPr>
        <p:spPr bwMode="auto">
          <a:xfrm>
            <a:off x="260699" y="42044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253939" name="Google Shape;12;p3"/>
          <p:cNvSpPr txBox="1"/>
          <p:nvPr>
            <p:ph type="title"/>
          </p:nvPr>
        </p:nvSpPr>
        <p:spPr bwMode="auto">
          <a:xfrm>
            <a:off x="3893700" y="1620825"/>
            <a:ext cx="3537900" cy="15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701070462" name="Google Shape;13;p3"/>
          <p:cNvSpPr txBox="1"/>
          <p:nvPr>
            <p:ph type="title" idx="2" hasCustomPrompt="1"/>
          </p:nvPr>
        </p:nvSpPr>
        <p:spPr bwMode="auto">
          <a:xfrm>
            <a:off x="2269000" y="1941325"/>
            <a:ext cx="14211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73040657" name="Google Shape;14;p3"/>
          <p:cNvSpPr txBox="1"/>
          <p:nvPr>
            <p:ph type="subTitle" idx="1"/>
          </p:nvPr>
        </p:nvSpPr>
        <p:spPr bwMode="auto">
          <a:xfrm>
            <a:off x="3893700" y="3220725"/>
            <a:ext cx="44424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931236765" name="Google Shape;15;p3"/>
          <p:cNvGrpSpPr/>
          <p:nvPr/>
        </p:nvGrpSpPr>
        <p:grpSpPr bwMode="auto">
          <a:xfrm>
            <a:off x="7233663" y="3665882"/>
            <a:ext cx="2394232" cy="2358638"/>
            <a:chOff x="7233663" y="3665882"/>
            <a:chExt cx="2394232" cy="2358638"/>
          </a:xfrm>
        </p:grpSpPr>
        <p:grpSp>
          <p:nvGrpSpPr>
            <p:cNvPr id="16" name="Google Shape;16;p3"/>
            <p:cNvGrpSpPr/>
            <p:nvPr/>
          </p:nvGrpSpPr>
          <p:grpSpPr bwMode="auto">
            <a:xfrm rot="2700000">
              <a:off x="7450195" y="4008895"/>
              <a:ext cx="1045765" cy="1045615"/>
              <a:chOff x="3741950" y="353925"/>
              <a:chExt cx="1045775" cy="1045625"/>
            </a:xfrm>
          </p:grpSpPr>
          <p:sp>
            <p:nvSpPr>
              <p:cNvPr id="17" name="Google Shape;17;p3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8" name="Google Shape;18;p3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9" name="Google Shape;19;p3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0" name="Google Shape;20;p3"/>
            <p:cNvSpPr/>
            <p:nvPr/>
          </p:nvSpPr>
          <p:spPr bwMode="auto">
            <a:xfrm rot="2700000">
              <a:off x="7619646" y="4006322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563715" name="Google Shape;22;p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7328555" name="Google Shape;23;p4"/>
          <p:cNvSpPr txBox="1"/>
          <p:nvPr>
            <p:ph type="body" idx="1"/>
          </p:nvPr>
        </p:nvSpPr>
        <p:spPr bwMode="auto">
          <a:xfrm>
            <a:off x="720000" y="1269175"/>
            <a:ext cx="7704000" cy="39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541290644" name="Google Shape;24;p4"/>
          <p:cNvGrpSpPr/>
          <p:nvPr/>
        </p:nvGrpSpPr>
        <p:grpSpPr bwMode="auto">
          <a:xfrm>
            <a:off x="7845966" y="4050781"/>
            <a:ext cx="1775083" cy="1748694"/>
            <a:chOff x="4757799" y="3823757"/>
            <a:chExt cx="2394232" cy="2358638"/>
          </a:xfrm>
        </p:grpSpPr>
        <p:grpSp>
          <p:nvGrpSpPr>
            <p:cNvPr id="25" name="Google Shape;25;p4"/>
            <p:cNvGrpSpPr/>
            <p:nvPr/>
          </p:nvGrpSpPr>
          <p:grpSpPr bwMode="auto">
            <a:xfrm rot="2700000">
              <a:off x="4974332" y="4166770"/>
              <a:ext cx="1045765" cy="1045615"/>
              <a:chOff x="3741950" y="353925"/>
              <a:chExt cx="1045775" cy="1045625"/>
            </a:xfrm>
          </p:grpSpPr>
          <p:sp>
            <p:nvSpPr>
              <p:cNvPr id="26" name="Google Shape;26;p4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7" name="Google Shape;27;p4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8" name="Google Shape;28;p4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9" name="Google Shape;29;p4"/>
            <p:cNvSpPr/>
            <p:nvPr/>
          </p:nvSpPr>
          <p:spPr bwMode="auto">
            <a:xfrm rot="2700000">
              <a:off x="5143783" y="41641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714771" name="Google Shape;31;p5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3292300" name="Google Shape;32;p5"/>
          <p:cNvSpPr txBox="1"/>
          <p:nvPr>
            <p:ph type="subTitle" idx="1"/>
          </p:nvPr>
        </p:nvSpPr>
        <p:spPr bwMode="auto">
          <a:xfrm>
            <a:off x="5077073" y="3042975"/>
            <a:ext cx="2619900" cy="11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384495520" name="Google Shape;33;p5"/>
          <p:cNvSpPr txBox="1"/>
          <p:nvPr>
            <p:ph type="subTitle" idx="2"/>
          </p:nvPr>
        </p:nvSpPr>
        <p:spPr bwMode="auto">
          <a:xfrm>
            <a:off x="1447027" y="3042975"/>
            <a:ext cx="2619900" cy="11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717725816" name="Google Shape;34;p5"/>
          <p:cNvSpPr txBox="1"/>
          <p:nvPr>
            <p:ph type="subTitle" idx="3"/>
          </p:nvPr>
        </p:nvSpPr>
        <p:spPr bwMode="auto">
          <a:xfrm>
            <a:off x="5077073" y="2734950"/>
            <a:ext cx="26199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30390786" name="Google Shape;35;p5"/>
          <p:cNvSpPr txBox="1"/>
          <p:nvPr>
            <p:ph type="subTitle" idx="4"/>
          </p:nvPr>
        </p:nvSpPr>
        <p:spPr bwMode="auto">
          <a:xfrm>
            <a:off x="1447027" y="2734950"/>
            <a:ext cx="26199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622148718" name="Google Shape;36;p5"/>
          <p:cNvGrpSpPr/>
          <p:nvPr/>
        </p:nvGrpSpPr>
        <p:grpSpPr bwMode="auto">
          <a:xfrm>
            <a:off x="6667638" y="3630961"/>
            <a:ext cx="2394232" cy="2358638"/>
            <a:chOff x="6667638" y="3630961"/>
            <a:chExt cx="2394232" cy="2358638"/>
          </a:xfrm>
        </p:grpSpPr>
        <p:grpSp>
          <p:nvGrpSpPr>
            <p:cNvPr id="37" name="Google Shape;37;p5"/>
            <p:cNvGrpSpPr/>
            <p:nvPr/>
          </p:nvGrpSpPr>
          <p:grpSpPr bwMode="auto">
            <a:xfrm rot="-2700000" flipH="1">
              <a:off x="7799572" y="3973974"/>
              <a:ext cx="1045765" cy="1045615"/>
              <a:chOff x="3741950" y="353925"/>
              <a:chExt cx="1045775" cy="1045625"/>
            </a:xfrm>
          </p:grpSpPr>
          <p:sp>
            <p:nvSpPr>
              <p:cNvPr id="38" name="Google Shape;38;p5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9" name="Google Shape;39;p5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40" name="Google Shape;40;p5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41" name="Google Shape;41;p5"/>
            <p:cNvSpPr/>
            <p:nvPr/>
          </p:nvSpPr>
          <p:spPr bwMode="auto">
            <a:xfrm rot="-2700000" flipH="1">
              <a:off x="7018027" y="3971401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639218" name="Google Shape;43;p6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454008597" name="Google Shape;44;p6"/>
          <p:cNvGrpSpPr/>
          <p:nvPr/>
        </p:nvGrpSpPr>
        <p:grpSpPr bwMode="auto">
          <a:xfrm rot="-2700000" flipH="1">
            <a:off x="7844935" y="4353026"/>
            <a:ext cx="1045765" cy="1045615"/>
            <a:chOff x="3741950" y="353925"/>
            <a:chExt cx="1045775" cy="1045625"/>
          </a:xfrm>
        </p:grpSpPr>
        <p:sp>
          <p:nvSpPr>
            <p:cNvPr id="45" name="Google Shape;45;p6"/>
            <p:cNvSpPr/>
            <p:nvPr/>
          </p:nvSpPr>
          <p:spPr bwMode="auto"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fill="norm" stroke="1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 bwMode="auto"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fill="norm" stroke="1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 bwMode="auto"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fill="norm" stroke="1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559346" name="Google Shape;49;p7"/>
          <p:cNvSpPr txBox="1"/>
          <p:nvPr>
            <p:ph type="title"/>
          </p:nvPr>
        </p:nvSpPr>
        <p:spPr bwMode="auto"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4906894" name="Google Shape;50;p7"/>
          <p:cNvSpPr txBox="1"/>
          <p:nvPr>
            <p:ph type="subTitle" idx="1"/>
          </p:nvPr>
        </p:nvSpPr>
        <p:spPr bwMode="auto">
          <a:xfrm>
            <a:off x="720000" y="1541950"/>
            <a:ext cx="5373300" cy="20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2096455945" name="Google Shape;51;p7"/>
          <p:cNvGrpSpPr/>
          <p:nvPr/>
        </p:nvGrpSpPr>
        <p:grpSpPr bwMode="auto">
          <a:xfrm>
            <a:off x="83363" y="3630961"/>
            <a:ext cx="2394232" cy="2358638"/>
            <a:chOff x="7518600" y="1769556"/>
            <a:chExt cx="2394232" cy="2358638"/>
          </a:xfrm>
        </p:grpSpPr>
        <p:grpSp>
          <p:nvGrpSpPr>
            <p:cNvPr id="52" name="Google Shape;52;p7"/>
            <p:cNvGrpSpPr/>
            <p:nvPr/>
          </p:nvGrpSpPr>
          <p:grpSpPr bwMode="auto">
            <a:xfrm rot="2700000">
              <a:off x="7735132" y="2112570"/>
              <a:ext cx="1045765" cy="1045615"/>
              <a:chOff x="3741950" y="353925"/>
              <a:chExt cx="1045775" cy="1045625"/>
            </a:xfrm>
          </p:grpSpPr>
          <p:sp>
            <p:nvSpPr>
              <p:cNvPr id="53" name="Google Shape;53;p7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54" name="Google Shape;54;p7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55" name="Google Shape;55;p7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56" name="Google Shape;56;p7"/>
            <p:cNvSpPr/>
            <p:nvPr/>
          </p:nvSpPr>
          <p:spPr bwMode="auto">
            <a:xfrm rot="2700000">
              <a:off x="7904583" y="21099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952679" name="Google Shape;58;p8"/>
          <p:cNvSpPr txBox="1"/>
          <p:nvPr>
            <p:ph type="title"/>
          </p:nvPr>
        </p:nvSpPr>
        <p:spPr bwMode="auto">
          <a:xfrm>
            <a:off x="1962000" y="1307099"/>
            <a:ext cx="5220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grpSp>
        <p:nvGrpSpPr>
          <p:cNvPr id="1987288043" name="Google Shape;59;p8"/>
          <p:cNvGrpSpPr/>
          <p:nvPr/>
        </p:nvGrpSpPr>
        <p:grpSpPr bwMode="auto">
          <a:xfrm>
            <a:off x="-808637" y="3630961"/>
            <a:ext cx="2394232" cy="2358638"/>
            <a:chOff x="-808637" y="3630961"/>
            <a:chExt cx="2394232" cy="2358638"/>
          </a:xfrm>
        </p:grpSpPr>
        <p:grpSp>
          <p:nvGrpSpPr>
            <p:cNvPr id="60" name="Google Shape;60;p8"/>
            <p:cNvGrpSpPr/>
            <p:nvPr/>
          </p:nvGrpSpPr>
          <p:grpSpPr bwMode="auto">
            <a:xfrm rot="-2700000" flipH="1">
              <a:off x="323297" y="3973974"/>
              <a:ext cx="1045765" cy="1045615"/>
              <a:chOff x="3741950" y="353925"/>
              <a:chExt cx="1045775" cy="1045625"/>
            </a:xfrm>
          </p:grpSpPr>
          <p:sp>
            <p:nvSpPr>
              <p:cNvPr id="61" name="Google Shape;61;p8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2" name="Google Shape;62;p8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63" name="Google Shape;63;p8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64" name="Google Shape;64;p8"/>
            <p:cNvSpPr/>
            <p:nvPr/>
          </p:nvSpPr>
          <p:spPr bwMode="auto">
            <a:xfrm rot="-2700000" flipH="1">
              <a:off x="-458248" y="3971401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489846" name="Google Shape;66;p9"/>
          <p:cNvSpPr txBox="1"/>
          <p:nvPr>
            <p:ph type="title"/>
          </p:nvPr>
        </p:nvSpPr>
        <p:spPr bwMode="auto">
          <a:xfrm>
            <a:off x="2135550" y="1651187"/>
            <a:ext cx="4872899" cy="115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2429725" name="Google Shape;67;p9"/>
          <p:cNvSpPr txBox="1"/>
          <p:nvPr>
            <p:ph type="subTitle" idx="1"/>
          </p:nvPr>
        </p:nvSpPr>
        <p:spPr bwMode="auto">
          <a:xfrm>
            <a:off x="2135550" y="2765575"/>
            <a:ext cx="4872899" cy="7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71082664" name="Google Shape;68;p9"/>
          <p:cNvGrpSpPr/>
          <p:nvPr/>
        </p:nvGrpSpPr>
        <p:grpSpPr bwMode="auto">
          <a:xfrm rot="2700000">
            <a:off x="7740957" y="4395495"/>
            <a:ext cx="1045765" cy="1045615"/>
            <a:chOff x="3741950" y="353925"/>
            <a:chExt cx="1045775" cy="1045625"/>
          </a:xfrm>
        </p:grpSpPr>
        <p:sp>
          <p:nvSpPr>
            <p:cNvPr id="69" name="Google Shape;69;p9"/>
            <p:cNvSpPr/>
            <p:nvPr/>
          </p:nvSpPr>
          <p:spPr bwMode="auto"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fill="norm" stroke="1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0" name="Google Shape;70;p9"/>
            <p:cNvSpPr/>
            <p:nvPr/>
          </p:nvSpPr>
          <p:spPr bwMode="auto"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fill="norm" stroke="1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 bwMode="auto"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fill="norm" stroke="1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984052" name="Google Shape;73;p10"/>
          <p:cNvSpPr txBox="1"/>
          <p:nvPr>
            <p:ph type="title"/>
          </p:nvPr>
        </p:nvSpPr>
        <p:spPr bwMode="auto">
          <a:xfrm>
            <a:off x="3992121" y="398525"/>
            <a:ext cx="4597200" cy="1673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893971" name="Google Shape;75;p11"/>
          <p:cNvSpPr txBox="1"/>
          <p:nvPr>
            <p:ph type="title" hasCustomPrompt="1"/>
          </p:nvPr>
        </p:nvSpPr>
        <p:spPr bwMode="auto">
          <a:xfrm>
            <a:off x="1284000" y="1288250"/>
            <a:ext cx="6576000" cy="197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9857604" name="Google Shape;76;p11"/>
          <p:cNvSpPr txBox="1"/>
          <p:nvPr>
            <p:ph type="subTitle" idx="1"/>
          </p:nvPr>
        </p:nvSpPr>
        <p:spPr bwMode="auto">
          <a:xfrm>
            <a:off x="1284000" y="30114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grpSp>
        <p:nvGrpSpPr>
          <p:cNvPr id="1901703650" name="Google Shape;77;p11"/>
          <p:cNvGrpSpPr/>
          <p:nvPr/>
        </p:nvGrpSpPr>
        <p:grpSpPr bwMode="auto">
          <a:xfrm rot="-2700000" flipH="1">
            <a:off x="290285" y="-33524"/>
            <a:ext cx="1045765" cy="1045615"/>
            <a:chOff x="3741950" y="353925"/>
            <a:chExt cx="1045775" cy="1045625"/>
          </a:xfrm>
        </p:grpSpPr>
        <p:sp>
          <p:nvSpPr>
            <p:cNvPr id="78" name="Google Shape;78;p11"/>
            <p:cNvSpPr/>
            <p:nvPr/>
          </p:nvSpPr>
          <p:spPr bwMode="auto"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fill="norm" stroke="1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79" name="Google Shape;79;p11"/>
            <p:cNvSpPr/>
            <p:nvPr/>
          </p:nvSpPr>
          <p:spPr bwMode="auto"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fill="norm" stroke="1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0" name="Google Shape;80;p11"/>
            <p:cNvSpPr/>
            <p:nvPr/>
          </p:nvSpPr>
          <p:spPr bwMode="auto"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fill="norm" stroke="1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1" preserve="0" showMasterPhAnim="0" showMasterSp="1" userDrawn="1">
  <p:cSld name="TITLE_ONLY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11765" name="Google Shape;83;p13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002630435" name="Google Shape;84;p13"/>
          <p:cNvGrpSpPr/>
          <p:nvPr/>
        </p:nvGrpSpPr>
        <p:grpSpPr bwMode="auto">
          <a:xfrm flipH="1">
            <a:off x="-657300" y="3660238"/>
            <a:ext cx="2358638" cy="2358638"/>
            <a:chOff x="7553538" y="3660238"/>
            <a:chExt cx="2358638" cy="2358638"/>
          </a:xfrm>
        </p:grpSpPr>
        <p:grpSp>
          <p:nvGrpSpPr>
            <p:cNvPr id="85" name="Google Shape;85;p13"/>
            <p:cNvGrpSpPr/>
            <p:nvPr/>
          </p:nvGrpSpPr>
          <p:grpSpPr bwMode="auto"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86" name="Google Shape;86;p13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7" name="Google Shape;87;p13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88" name="Google Shape;88;p13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89" name="Google Shape;89;p13"/>
            <p:cNvSpPr/>
            <p:nvPr/>
          </p:nvSpPr>
          <p:spPr bwMode="auto"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2" preserve="0" showMasterPhAnim="0" showMasterSp="1" userDrawn="1">
  <p:cSld name="TITLE_ONLY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273629" name="Google Shape;91;p1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396183162" name="Google Shape;92;p14"/>
          <p:cNvGrpSpPr/>
          <p:nvPr/>
        </p:nvGrpSpPr>
        <p:grpSpPr bwMode="auto">
          <a:xfrm>
            <a:off x="7324675" y="3660238"/>
            <a:ext cx="2358638" cy="2358638"/>
            <a:chOff x="7553538" y="3660238"/>
            <a:chExt cx="2358638" cy="2358638"/>
          </a:xfrm>
        </p:grpSpPr>
        <p:grpSp>
          <p:nvGrpSpPr>
            <p:cNvPr id="93" name="Google Shape;93;p14"/>
            <p:cNvGrpSpPr/>
            <p:nvPr/>
          </p:nvGrpSpPr>
          <p:grpSpPr bwMode="auto"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94" name="Google Shape;94;p14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5" name="Google Shape;95;p14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96" name="Google Shape;96;p14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97" name="Google Shape;97;p14"/>
            <p:cNvSpPr/>
            <p:nvPr/>
          </p:nvSpPr>
          <p:spPr bwMode="auto"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 2" preserve="0" showMasterPhAnim="0" showMasterSp="1" userDrawn="1">
  <p:cSld name="CUSTOM_6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661796" name="Google Shape;99;p15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2099823" name="Google Shape;100;p15"/>
          <p:cNvSpPr txBox="1"/>
          <p:nvPr>
            <p:ph type="subTitle" idx="1"/>
          </p:nvPr>
        </p:nvSpPr>
        <p:spPr bwMode="auto">
          <a:xfrm>
            <a:off x="774411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7864311" name="Google Shape;101;p15"/>
          <p:cNvSpPr txBox="1"/>
          <p:nvPr>
            <p:ph type="subTitle" idx="2"/>
          </p:nvPr>
        </p:nvSpPr>
        <p:spPr bwMode="auto">
          <a:xfrm>
            <a:off x="3419568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8986840" name="Google Shape;102;p15"/>
          <p:cNvSpPr txBox="1"/>
          <p:nvPr>
            <p:ph type="subTitle" idx="3"/>
          </p:nvPr>
        </p:nvSpPr>
        <p:spPr bwMode="auto">
          <a:xfrm>
            <a:off x="6068289" y="3926850"/>
            <a:ext cx="2301300" cy="6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8376871" name="Google Shape;103;p15"/>
          <p:cNvSpPr txBox="1"/>
          <p:nvPr>
            <p:ph type="subTitle" idx="4"/>
          </p:nvPr>
        </p:nvSpPr>
        <p:spPr bwMode="auto">
          <a:xfrm>
            <a:off x="774411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01046989" name="Google Shape;104;p15"/>
          <p:cNvSpPr txBox="1"/>
          <p:nvPr>
            <p:ph type="subTitle" idx="5"/>
          </p:nvPr>
        </p:nvSpPr>
        <p:spPr bwMode="auto">
          <a:xfrm>
            <a:off x="3419568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16920851" name="Google Shape;105;p15"/>
          <p:cNvSpPr txBox="1"/>
          <p:nvPr>
            <p:ph type="subTitle" idx="6"/>
          </p:nvPr>
        </p:nvSpPr>
        <p:spPr bwMode="auto">
          <a:xfrm>
            <a:off x="6068289" y="3472275"/>
            <a:ext cx="2301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748951750" name="Google Shape;106;p15"/>
          <p:cNvGrpSpPr/>
          <p:nvPr/>
        </p:nvGrpSpPr>
        <p:grpSpPr bwMode="auto">
          <a:xfrm>
            <a:off x="7382638" y="3658850"/>
            <a:ext cx="2358638" cy="2358638"/>
            <a:chOff x="7330063" y="1376500"/>
            <a:chExt cx="2358638" cy="2358638"/>
          </a:xfrm>
        </p:grpSpPr>
        <p:grpSp>
          <p:nvGrpSpPr>
            <p:cNvPr id="107" name="Google Shape;107;p15"/>
            <p:cNvGrpSpPr/>
            <p:nvPr/>
          </p:nvGrpSpPr>
          <p:grpSpPr bwMode="auto">
            <a:xfrm rot="-2700000" flipH="1">
              <a:off x="7604535" y="1766438"/>
              <a:ext cx="1045765" cy="1045615"/>
              <a:chOff x="3741950" y="353925"/>
              <a:chExt cx="1045775" cy="1045625"/>
            </a:xfrm>
          </p:grpSpPr>
          <p:sp>
            <p:nvSpPr>
              <p:cNvPr id="108" name="Google Shape;108;p15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11" name="Google Shape;111;p15"/>
            <p:cNvSpPr/>
            <p:nvPr/>
          </p:nvSpPr>
          <p:spPr bwMode="auto">
            <a:xfrm rot="-2700000" flipH="1">
              <a:off x="7680452" y="1716940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 1" preserve="0" showMasterPhAnim="0" showMasterSp="1" userDrawn="1">
  <p:cSld name="CUSTOM_6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725964" name="Google Shape;113;p16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3052747" name="Google Shape;114;p16"/>
          <p:cNvSpPr txBox="1"/>
          <p:nvPr>
            <p:ph type="subTitle" idx="1"/>
          </p:nvPr>
        </p:nvSpPr>
        <p:spPr bwMode="auto">
          <a:xfrm>
            <a:off x="2968125" y="1744118"/>
            <a:ext cx="5455800" cy="651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31136277" name="Google Shape;115;p16"/>
          <p:cNvSpPr txBox="1"/>
          <p:nvPr>
            <p:ph type="subTitle" idx="2"/>
          </p:nvPr>
        </p:nvSpPr>
        <p:spPr bwMode="auto">
          <a:xfrm>
            <a:off x="2968112" y="2794537"/>
            <a:ext cx="54558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8627497" name="Google Shape;116;p16"/>
          <p:cNvSpPr txBox="1"/>
          <p:nvPr>
            <p:ph type="subTitle" idx="3"/>
          </p:nvPr>
        </p:nvSpPr>
        <p:spPr bwMode="auto">
          <a:xfrm>
            <a:off x="2968098" y="3841899"/>
            <a:ext cx="54558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3307981" name="Google Shape;117;p16"/>
          <p:cNvSpPr txBox="1"/>
          <p:nvPr>
            <p:ph type="subTitle" idx="4"/>
          </p:nvPr>
        </p:nvSpPr>
        <p:spPr bwMode="auto">
          <a:xfrm>
            <a:off x="2968125" y="1289543"/>
            <a:ext cx="5455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52348924" name="Google Shape;118;p16"/>
          <p:cNvSpPr txBox="1"/>
          <p:nvPr>
            <p:ph type="subTitle" idx="5"/>
          </p:nvPr>
        </p:nvSpPr>
        <p:spPr bwMode="auto">
          <a:xfrm>
            <a:off x="2968127" y="2339963"/>
            <a:ext cx="5455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07687931" name="Google Shape;119;p16"/>
          <p:cNvSpPr txBox="1"/>
          <p:nvPr>
            <p:ph type="subTitle" idx="6"/>
          </p:nvPr>
        </p:nvSpPr>
        <p:spPr bwMode="auto">
          <a:xfrm>
            <a:off x="2968112" y="3387325"/>
            <a:ext cx="5455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309070192" name="Google Shape;120;p16"/>
          <p:cNvGrpSpPr/>
          <p:nvPr/>
        </p:nvGrpSpPr>
        <p:grpSpPr bwMode="auto">
          <a:xfrm>
            <a:off x="7553538" y="3660238"/>
            <a:ext cx="2358638" cy="2358638"/>
            <a:chOff x="7553538" y="3660238"/>
            <a:chExt cx="2358638" cy="2358638"/>
          </a:xfrm>
        </p:grpSpPr>
        <p:grpSp>
          <p:nvGrpSpPr>
            <p:cNvPr id="121" name="Google Shape;121;p16"/>
            <p:cNvGrpSpPr/>
            <p:nvPr/>
          </p:nvGrpSpPr>
          <p:grpSpPr bwMode="auto"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122" name="Google Shape;122;p16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24" name="Google Shape;124;p16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25" name="Google Shape;125;p16"/>
            <p:cNvSpPr/>
            <p:nvPr/>
          </p:nvSpPr>
          <p:spPr bwMode="auto"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able of contents" preserve="0" showMasterPhAnim="0" showMasterSp="1" userDrawn="1">
  <p:cSld name="BLANK_1_1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709859" name="Google Shape;127;p17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7022291" name="Google Shape;128;p17"/>
          <p:cNvSpPr txBox="1"/>
          <p:nvPr>
            <p:ph type="subTitle" idx="1"/>
          </p:nvPr>
        </p:nvSpPr>
        <p:spPr bwMode="auto">
          <a:xfrm>
            <a:off x="2010042" y="1471051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3635669" name="Google Shape;129;p17"/>
          <p:cNvSpPr txBox="1"/>
          <p:nvPr>
            <p:ph type="subTitle" idx="2"/>
          </p:nvPr>
        </p:nvSpPr>
        <p:spPr bwMode="auto">
          <a:xfrm>
            <a:off x="3546853" y="3210739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59504" name="Google Shape;130;p17"/>
          <p:cNvSpPr txBox="1"/>
          <p:nvPr>
            <p:ph type="subTitle" idx="3"/>
          </p:nvPr>
        </p:nvSpPr>
        <p:spPr bwMode="auto">
          <a:xfrm>
            <a:off x="2780860" y="2338825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0899395" name="Google Shape;131;p17"/>
          <p:cNvSpPr txBox="1"/>
          <p:nvPr>
            <p:ph type="subTitle" idx="4"/>
          </p:nvPr>
        </p:nvSpPr>
        <p:spPr bwMode="auto">
          <a:xfrm>
            <a:off x="4304937" y="4082578"/>
            <a:ext cx="3391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9484297" name="Google Shape;132;p17"/>
          <p:cNvSpPr txBox="1"/>
          <p:nvPr>
            <p:ph type="title" idx="5" hasCustomPrompt="1"/>
          </p:nvPr>
        </p:nvSpPr>
        <p:spPr bwMode="auto">
          <a:xfrm>
            <a:off x="1121750" y="1405736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324109243" name="Google Shape;133;p17"/>
          <p:cNvSpPr txBox="1"/>
          <p:nvPr>
            <p:ph type="title" idx="6" hasCustomPrompt="1"/>
          </p:nvPr>
        </p:nvSpPr>
        <p:spPr bwMode="auto">
          <a:xfrm>
            <a:off x="1892625" y="2251075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995671899" name="Google Shape;134;p17"/>
          <p:cNvSpPr txBox="1"/>
          <p:nvPr>
            <p:ph type="title" idx="7" hasCustomPrompt="1"/>
          </p:nvPr>
        </p:nvSpPr>
        <p:spPr bwMode="auto">
          <a:xfrm>
            <a:off x="2656850" y="3122939"/>
            <a:ext cx="860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7355090" name="Google Shape;135;p17"/>
          <p:cNvSpPr txBox="1"/>
          <p:nvPr>
            <p:ph type="title" idx="8" hasCustomPrompt="1"/>
          </p:nvPr>
        </p:nvSpPr>
        <p:spPr bwMode="auto">
          <a:xfrm>
            <a:off x="3415352" y="3994815"/>
            <a:ext cx="859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644363959" name="Google Shape;136;p17"/>
          <p:cNvSpPr txBox="1"/>
          <p:nvPr>
            <p:ph type="subTitle" idx="9"/>
          </p:nvPr>
        </p:nvSpPr>
        <p:spPr bwMode="auto">
          <a:xfrm>
            <a:off x="2010042" y="1258251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13284621" name="Google Shape;137;p17"/>
          <p:cNvSpPr txBox="1"/>
          <p:nvPr>
            <p:ph type="subTitle" idx="13"/>
          </p:nvPr>
        </p:nvSpPr>
        <p:spPr bwMode="auto">
          <a:xfrm>
            <a:off x="3546861" y="2997939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37102667" name="Google Shape;138;p17"/>
          <p:cNvSpPr txBox="1"/>
          <p:nvPr>
            <p:ph type="subTitle" idx="14"/>
          </p:nvPr>
        </p:nvSpPr>
        <p:spPr bwMode="auto">
          <a:xfrm>
            <a:off x="2780860" y="2126100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37390057" name="Google Shape;139;p17"/>
          <p:cNvSpPr txBox="1"/>
          <p:nvPr>
            <p:ph type="subTitle" idx="15"/>
          </p:nvPr>
        </p:nvSpPr>
        <p:spPr bwMode="auto">
          <a:xfrm>
            <a:off x="4304946" y="3869853"/>
            <a:ext cx="33912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2044656080" name="Google Shape;140;p17"/>
          <p:cNvGrpSpPr/>
          <p:nvPr/>
        </p:nvGrpSpPr>
        <p:grpSpPr bwMode="auto">
          <a:xfrm rot="-2700000" flipH="1">
            <a:off x="7837772" y="4409520"/>
            <a:ext cx="1045765" cy="1045615"/>
            <a:chOff x="3741950" y="353925"/>
            <a:chExt cx="1045775" cy="1045625"/>
          </a:xfrm>
        </p:grpSpPr>
        <p:sp>
          <p:nvSpPr>
            <p:cNvPr id="141" name="Google Shape;141;p17"/>
            <p:cNvSpPr/>
            <p:nvPr/>
          </p:nvSpPr>
          <p:spPr bwMode="auto"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fill="norm" stroke="1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2" name="Google Shape;142;p17"/>
            <p:cNvSpPr/>
            <p:nvPr/>
          </p:nvSpPr>
          <p:spPr bwMode="auto"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fill="norm" stroke="1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3" name="Google Shape;143;p17"/>
            <p:cNvSpPr/>
            <p:nvPr/>
          </p:nvSpPr>
          <p:spPr bwMode="auto"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fill="norm" stroke="1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Quote" preserve="0" showMasterPhAnim="0" showMasterSp="1" userDrawn="1">
  <p:cSld name="BLANK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323307" name="Google Shape;145;p18"/>
          <p:cNvSpPr txBox="1"/>
          <p:nvPr>
            <p:ph type="title"/>
          </p:nvPr>
        </p:nvSpPr>
        <p:spPr bwMode="auto">
          <a:xfrm>
            <a:off x="2968125" y="3100294"/>
            <a:ext cx="4949399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pPr>
              <a:defRPr/>
            </a:pPr>
            <a:endParaRPr/>
          </a:p>
        </p:txBody>
      </p:sp>
      <p:sp>
        <p:nvSpPr>
          <p:cNvPr id="1546050104" name="Google Shape;146;p18"/>
          <p:cNvSpPr txBox="1"/>
          <p:nvPr>
            <p:ph type="subTitle" idx="1"/>
          </p:nvPr>
        </p:nvSpPr>
        <p:spPr bwMode="auto">
          <a:xfrm>
            <a:off x="1226400" y="1511306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pPr>
              <a:defRPr/>
            </a:pPr>
            <a:endParaRPr/>
          </a:p>
        </p:txBody>
      </p:sp>
      <p:grpSp>
        <p:nvGrpSpPr>
          <p:cNvPr id="1630556645" name="Google Shape;147;p18"/>
          <p:cNvGrpSpPr/>
          <p:nvPr/>
        </p:nvGrpSpPr>
        <p:grpSpPr bwMode="auto">
          <a:xfrm rot="-2700000" flipH="1">
            <a:off x="520872" y="60574"/>
            <a:ext cx="1045765" cy="1045615"/>
            <a:chOff x="3741950" y="353925"/>
            <a:chExt cx="1045775" cy="1045625"/>
          </a:xfrm>
        </p:grpSpPr>
        <p:sp>
          <p:nvSpPr>
            <p:cNvPr id="148" name="Google Shape;148;p18"/>
            <p:cNvSpPr/>
            <p:nvPr/>
          </p:nvSpPr>
          <p:spPr bwMode="auto">
            <a:xfrm>
              <a:off x="3741950" y="1372675"/>
              <a:ext cx="26325" cy="26875"/>
            </a:xfrm>
            <a:custGeom>
              <a:avLst/>
              <a:gdLst/>
              <a:ahLst/>
              <a:cxnLst/>
              <a:rect l="l" t="t" r="r" b="b"/>
              <a:pathLst>
                <a:path w="1053" h="1075" fill="norm" stroke="1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9" name="Google Shape;149;p18"/>
            <p:cNvSpPr/>
            <p:nvPr/>
          </p:nvSpPr>
          <p:spPr bwMode="auto">
            <a:xfrm>
              <a:off x="3804500" y="417550"/>
              <a:ext cx="920650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fill="norm" stroke="1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50" name="Google Shape;150;p18"/>
            <p:cNvSpPr/>
            <p:nvPr/>
          </p:nvSpPr>
          <p:spPr bwMode="auto">
            <a:xfrm>
              <a:off x="4760675" y="353925"/>
              <a:ext cx="27050" cy="26875"/>
            </a:xfrm>
            <a:custGeom>
              <a:avLst/>
              <a:gdLst/>
              <a:ahLst/>
              <a:cxnLst/>
              <a:rect l="l" t="t" r="r" b="b"/>
              <a:pathLst>
                <a:path w="1082" h="1075" fill="norm" stroke="1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332868692" name="Google Shape;151;p18"/>
          <p:cNvGrpSpPr/>
          <p:nvPr/>
        </p:nvGrpSpPr>
        <p:grpSpPr bwMode="auto">
          <a:xfrm>
            <a:off x="7553538" y="3660238"/>
            <a:ext cx="2358638" cy="2358638"/>
            <a:chOff x="7553538" y="3660238"/>
            <a:chExt cx="2358638" cy="2358638"/>
          </a:xfrm>
        </p:grpSpPr>
        <p:grpSp>
          <p:nvGrpSpPr>
            <p:cNvPr id="152" name="Google Shape;152;p18"/>
            <p:cNvGrpSpPr/>
            <p:nvPr/>
          </p:nvGrpSpPr>
          <p:grpSpPr bwMode="auto"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153" name="Google Shape;153;p18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54" name="Google Shape;154;p18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55" name="Google Shape;155;p18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56" name="Google Shape;156;p18"/>
            <p:cNvSpPr/>
            <p:nvPr/>
          </p:nvSpPr>
          <p:spPr bwMode="auto"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" preserve="0" showMasterPhAnim="0" showMasterSp="1" userDrawn="1">
  <p:cSld name="CUST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20037" name="Google Shape;158;p19"/>
          <p:cNvSpPr txBox="1"/>
          <p:nvPr>
            <p:ph type="title"/>
          </p:nvPr>
        </p:nvSpPr>
        <p:spPr bwMode="auto">
          <a:xfrm>
            <a:off x="720000" y="8971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055120" name="Google Shape;159;p19"/>
          <p:cNvSpPr txBox="1"/>
          <p:nvPr>
            <p:ph type="subTitle" idx="1"/>
          </p:nvPr>
        </p:nvSpPr>
        <p:spPr bwMode="auto">
          <a:xfrm>
            <a:off x="720000" y="2529150"/>
            <a:ext cx="3594000" cy="9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3341045" name="Google Shape;160;p19"/>
          <p:cNvSpPr/>
          <p:nvPr>
            <p:ph type="pic" idx="2"/>
          </p:nvPr>
        </p:nvSpPr>
        <p:spPr bwMode="auto">
          <a:xfrm>
            <a:off x="4739575" y="971572"/>
            <a:ext cx="3447600" cy="3443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1" preserve="0" showMasterPhAnim="0" showMasterSp="1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2823" name="Google Shape;162;p20"/>
          <p:cNvSpPr txBox="1"/>
          <p:nvPr>
            <p:ph type="title"/>
          </p:nvPr>
        </p:nvSpPr>
        <p:spPr bwMode="auto">
          <a:xfrm>
            <a:off x="720000" y="1745250"/>
            <a:ext cx="3588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1959729" name="Google Shape;163;p20"/>
          <p:cNvSpPr txBox="1"/>
          <p:nvPr>
            <p:ph type="subTitle" idx="1"/>
          </p:nvPr>
        </p:nvSpPr>
        <p:spPr bwMode="auto">
          <a:xfrm>
            <a:off x="720000" y="2317950"/>
            <a:ext cx="3588600" cy="8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936828301" name="Google Shape;164;p20"/>
          <p:cNvGrpSpPr/>
          <p:nvPr/>
        </p:nvGrpSpPr>
        <p:grpSpPr bwMode="auto">
          <a:xfrm flipH="1">
            <a:off x="-797087" y="3665882"/>
            <a:ext cx="2394232" cy="2358638"/>
            <a:chOff x="7233663" y="3665882"/>
            <a:chExt cx="2394232" cy="2358638"/>
          </a:xfrm>
        </p:grpSpPr>
        <p:grpSp>
          <p:nvGrpSpPr>
            <p:cNvPr id="165" name="Google Shape;165;p20"/>
            <p:cNvGrpSpPr/>
            <p:nvPr/>
          </p:nvGrpSpPr>
          <p:grpSpPr bwMode="auto">
            <a:xfrm rot="2700000">
              <a:off x="7450195" y="4008895"/>
              <a:ext cx="1045765" cy="1045615"/>
              <a:chOff x="3741950" y="353925"/>
              <a:chExt cx="1045775" cy="1045625"/>
            </a:xfrm>
          </p:grpSpPr>
          <p:sp>
            <p:nvSpPr>
              <p:cNvPr id="166" name="Google Shape;166;p20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67" name="Google Shape;167;p20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168" name="Google Shape;168;p20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169" name="Google Shape;169;p20"/>
            <p:cNvSpPr/>
            <p:nvPr/>
          </p:nvSpPr>
          <p:spPr bwMode="auto">
            <a:xfrm rot="2700000">
              <a:off x="7619646" y="4006322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 1" preserve="0" showMasterPhAnim="0" showMasterSp="1" userDrawn="1">
  <p:cSld name="TITLE_AND_TWO_COLUMNS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734879" name="Google Shape;171;p21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7283899" name="Google Shape;172;p21"/>
          <p:cNvSpPr txBox="1"/>
          <p:nvPr>
            <p:ph type="subTitle" idx="1"/>
          </p:nvPr>
        </p:nvSpPr>
        <p:spPr bwMode="auto">
          <a:xfrm>
            <a:off x="5084391" y="1572586"/>
            <a:ext cx="2947800" cy="2875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1842851" name="Google Shape;173;p21"/>
          <p:cNvSpPr txBox="1"/>
          <p:nvPr>
            <p:ph type="subTitle" idx="2"/>
          </p:nvPr>
        </p:nvSpPr>
        <p:spPr bwMode="auto">
          <a:xfrm>
            <a:off x="1111834" y="1572586"/>
            <a:ext cx="2947800" cy="2875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184704934" name="Google Shape;174;p21"/>
          <p:cNvGrpSpPr/>
          <p:nvPr/>
        </p:nvGrpSpPr>
        <p:grpSpPr bwMode="auto">
          <a:xfrm rot="10800000" flipH="1">
            <a:off x="7191231" y="4676382"/>
            <a:ext cx="2249640" cy="423402"/>
            <a:chOff x="6456475" y="3575600"/>
            <a:chExt cx="2936100" cy="552600"/>
          </a:xfrm>
        </p:grpSpPr>
        <p:sp>
          <p:nvSpPr>
            <p:cNvPr id="175" name="Google Shape;175;p21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hree columns" preserve="0" showMasterPhAnim="0" showMasterSp="1" userDrawn="1">
  <p:cSld name="CUSTOM_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9528452" name="Google Shape;178;p22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8103891" name="Google Shape;179;p22"/>
          <p:cNvSpPr txBox="1"/>
          <p:nvPr>
            <p:ph type="subTitle" idx="1"/>
          </p:nvPr>
        </p:nvSpPr>
        <p:spPr bwMode="auto">
          <a:xfrm>
            <a:off x="785226" y="3042926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0145336" name="Google Shape;180;p22"/>
          <p:cNvSpPr txBox="1"/>
          <p:nvPr>
            <p:ph type="subTitle" idx="2"/>
          </p:nvPr>
        </p:nvSpPr>
        <p:spPr bwMode="auto">
          <a:xfrm>
            <a:off x="3484347" y="3042926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2939527" name="Google Shape;181;p22"/>
          <p:cNvSpPr txBox="1"/>
          <p:nvPr>
            <p:ph type="subTitle" idx="3"/>
          </p:nvPr>
        </p:nvSpPr>
        <p:spPr bwMode="auto">
          <a:xfrm>
            <a:off x="6183474" y="3042926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4082134" name="Google Shape;182;p22"/>
          <p:cNvSpPr txBox="1"/>
          <p:nvPr>
            <p:ph type="subTitle" idx="4"/>
          </p:nvPr>
        </p:nvSpPr>
        <p:spPr bwMode="auto">
          <a:xfrm>
            <a:off x="785225" y="260144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49534423" name="Google Shape;183;p22"/>
          <p:cNvSpPr txBox="1"/>
          <p:nvPr>
            <p:ph type="subTitle" idx="5"/>
          </p:nvPr>
        </p:nvSpPr>
        <p:spPr bwMode="auto">
          <a:xfrm>
            <a:off x="3484350" y="260144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93680091" name="Google Shape;184;p22"/>
          <p:cNvSpPr txBox="1"/>
          <p:nvPr>
            <p:ph type="subTitle" idx="6"/>
          </p:nvPr>
        </p:nvSpPr>
        <p:spPr bwMode="auto">
          <a:xfrm>
            <a:off x="6183475" y="2601444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639133605" name="Google Shape;185;p22"/>
          <p:cNvGrpSpPr/>
          <p:nvPr/>
        </p:nvGrpSpPr>
        <p:grpSpPr bwMode="auto">
          <a:xfrm rot="10800000">
            <a:off x="-310519" y="4676382"/>
            <a:ext cx="2249640" cy="423402"/>
            <a:chOff x="6456475" y="3575600"/>
            <a:chExt cx="2936100" cy="552600"/>
          </a:xfrm>
        </p:grpSpPr>
        <p:sp>
          <p:nvSpPr>
            <p:cNvPr id="186" name="Google Shape;186;p22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87" name="Google Shape;187;p22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four columns" preserve="0" showMasterPhAnim="0" showMasterSp="1" userDrawn="1">
  <p:cSld name="CUSTOM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66698" name="Google Shape;189;p23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6073535" name="Google Shape;190;p23"/>
          <p:cNvSpPr txBox="1"/>
          <p:nvPr>
            <p:ph type="subTitle" idx="1"/>
          </p:nvPr>
        </p:nvSpPr>
        <p:spPr bwMode="auto">
          <a:xfrm>
            <a:off x="900101" y="2021050"/>
            <a:ext cx="2161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010861" name="Google Shape;191;p23"/>
          <p:cNvSpPr txBox="1"/>
          <p:nvPr>
            <p:ph type="subTitle" idx="2"/>
          </p:nvPr>
        </p:nvSpPr>
        <p:spPr bwMode="auto">
          <a:xfrm>
            <a:off x="6082360" y="2021625"/>
            <a:ext cx="21579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5274562" name="Google Shape;192;p23"/>
          <p:cNvSpPr txBox="1"/>
          <p:nvPr>
            <p:ph type="subTitle" idx="3"/>
          </p:nvPr>
        </p:nvSpPr>
        <p:spPr bwMode="auto">
          <a:xfrm>
            <a:off x="900101" y="3606850"/>
            <a:ext cx="2161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719243" name="Google Shape;193;p23"/>
          <p:cNvSpPr txBox="1"/>
          <p:nvPr>
            <p:ph type="subTitle" idx="4"/>
          </p:nvPr>
        </p:nvSpPr>
        <p:spPr bwMode="auto">
          <a:xfrm>
            <a:off x="6082360" y="3607425"/>
            <a:ext cx="21579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4454268" name="Google Shape;194;p23"/>
          <p:cNvSpPr txBox="1"/>
          <p:nvPr>
            <p:ph type="subTitle" idx="5"/>
          </p:nvPr>
        </p:nvSpPr>
        <p:spPr bwMode="auto">
          <a:xfrm>
            <a:off x="900101" y="1737450"/>
            <a:ext cx="2161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74819903" name="Google Shape;195;p23"/>
          <p:cNvSpPr txBox="1"/>
          <p:nvPr>
            <p:ph type="subTitle" idx="6"/>
          </p:nvPr>
        </p:nvSpPr>
        <p:spPr bwMode="auto">
          <a:xfrm>
            <a:off x="900101" y="3323325"/>
            <a:ext cx="2161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38740696" name="Google Shape;196;p23"/>
          <p:cNvSpPr txBox="1"/>
          <p:nvPr>
            <p:ph type="subTitle" idx="7"/>
          </p:nvPr>
        </p:nvSpPr>
        <p:spPr bwMode="auto">
          <a:xfrm>
            <a:off x="6082356" y="1738025"/>
            <a:ext cx="215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94806022" name="Google Shape;197;p23"/>
          <p:cNvSpPr txBox="1"/>
          <p:nvPr>
            <p:ph type="subTitle" idx="8"/>
          </p:nvPr>
        </p:nvSpPr>
        <p:spPr bwMode="auto">
          <a:xfrm>
            <a:off x="6082356" y="3323899"/>
            <a:ext cx="215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150409973" name="Google Shape;198;p23"/>
          <p:cNvGrpSpPr/>
          <p:nvPr/>
        </p:nvGrpSpPr>
        <p:grpSpPr bwMode="auto">
          <a:xfrm rot="10800000" flipH="1">
            <a:off x="7191231" y="4676382"/>
            <a:ext cx="2249640" cy="423402"/>
            <a:chOff x="6456475" y="3575600"/>
            <a:chExt cx="2936100" cy="552600"/>
          </a:xfrm>
        </p:grpSpPr>
        <p:sp>
          <p:nvSpPr>
            <p:cNvPr id="199" name="Google Shape;199;p23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0" name="Google Shape;200;p23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six columns" preserve="0" showMasterPhAnim="0" showMasterSp="1" userDrawn="1">
  <p:cSld name="CUSTOM_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79513" name="Google Shape;202;p24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6566186" name="Google Shape;203;p24"/>
          <p:cNvSpPr txBox="1"/>
          <p:nvPr>
            <p:ph type="subTitle" idx="1"/>
          </p:nvPr>
        </p:nvSpPr>
        <p:spPr bwMode="auto">
          <a:xfrm>
            <a:off x="1109155" y="2421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5507021" name="Google Shape;204;p24"/>
          <p:cNvSpPr txBox="1"/>
          <p:nvPr>
            <p:ph type="subTitle" idx="2"/>
          </p:nvPr>
        </p:nvSpPr>
        <p:spPr bwMode="auto">
          <a:xfrm>
            <a:off x="3579000" y="2421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3671052" name="Google Shape;205;p24"/>
          <p:cNvSpPr txBox="1"/>
          <p:nvPr>
            <p:ph type="subTitle" idx="3"/>
          </p:nvPr>
        </p:nvSpPr>
        <p:spPr bwMode="auto">
          <a:xfrm>
            <a:off x="1109155" y="408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9420619" name="Google Shape;206;p24"/>
          <p:cNvSpPr txBox="1"/>
          <p:nvPr>
            <p:ph type="subTitle" idx="4"/>
          </p:nvPr>
        </p:nvSpPr>
        <p:spPr bwMode="auto">
          <a:xfrm>
            <a:off x="3579000" y="408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0282822" name="Google Shape;207;p24"/>
          <p:cNvSpPr txBox="1"/>
          <p:nvPr>
            <p:ph type="subTitle" idx="5"/>
          </p:nvPr>
        </p:nvSpPr>
        <p:spPr bwMode="auto">
          <a:xfrm>
            <a:off x="6048845" y="2421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5709116" name="Google Shape;208;p24"/>
          <p:cNvSpPr txBox="1"/>
          <p:nvPr>
            <p:ph type="subTitle" idx="6"/>
          </p:nvPr>
        </p:nvSpPr>
        <p:spPr bwMode="auto">
          <a:xfrm>
            <a:off x="6048845" y="408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2803558" name="Google Shape;209;p24"/>
          <p:cNvSpPr txBox="1"/>
          <p:nvPr>
            <p:ph type="subTitle" idx="7"/>
          </p:nvPr>
        </p:nvSpPr>
        <p:spPr bwMode="auto">
          <a:xfrm>
            <a:off x="1113055" y="22143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86535573" name="Google Shape;210;p24"/>
          <p:cNvSpPr txBox="1"/>
          <p:nvPr>
            <p:ph type="subTitle" idx="8"/>
          </p:nvPr>
        </p:nvSpPr>
        <p:spPr bwMode="auto">
          <a:xfrm>
            <a:off x="3582900" y="22143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56079510" name="Google Shape;211;p24"/>
          <p:cNvSpPr txBox="1"/>
          <p:nvPr>
            <p:ph type="subTitle" idx="9"/>
          </p:nvPr>
        </p:nvSpPr>
        <p:spPr bwMode="auto">
          <a:xfrm>
            <a:off x="6052745" y="221438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31970443" name="Google Shape;212;p24"/>
          <p:cNvSpPr txBox="1"/>
          <p:nvPr>
            <p:ph type="subTitle" idx="13"/>
          </p:nvPr>
        </p:nvSpPr>
        <p:spPr bwMode="auto">
          <a:xfrm>
            <a:off x="1113055" y="38752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03778262" name="Google Shape;213;p24"/>
          <p:cNvSpPr txBox="1"/>
          <p:nvPr>
            <p:ph type="subTitle" idx="14"/>
          </p:nvPr>
        </p:nvSpPr>
        <p:spPr bwMode="auto">
          <a:xfrm>
            <a:off x="3582900" y="38752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83076146" name="Google Shape;214;p24"/>
          <p:cNvSpPr txBox="1"/>
          <p:nvPr>
            <p:ph type="subTitle" idx="15"/>
          </p:nvPr>
        </p:nvSpPr>
        <p:spPr bwMode="auto">
          <a:xfrm>
            <a:off x="6052745" y="38752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grpSp>
        <p:nvGrpSpPr>
          <p:cNvPr id="1866346684" name="Google Shape;215;p24"/>
          <p:cNvGrpSpPr/>
          <p:nvPr/>
        </p:nvGrpSpPr>
        <p:grpSpPr bwMode="auto">
          <a:xfrm rot="10800000">
            <a:off x="-310519" y="4676382"/>
            <a:ext cx="2249640" cy="423402"/>
            <a:chOff x="6456475" y="3575600"/>
            <a:chExt cx="2936100" cy="552600"/>
          </a:xfrm>
        </p:grpSpPr>
        <p:sp>
          <p:nvSpPr>
            <p:cNvPr id="216" name="Google Shape;216;p24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7" name="Google Shape;217;p24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Numbers and text" preserve="0" showMasterPhAnim="0" showMasterSp="1" userDrawn="1">
  <p:cSld name="CUSTOM_8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003437" name="Google Shape;219;p25"/>
          <p:cNvSpPr txBox="1"/>
          <p:nvPr>
            <p:ph type="title" hasCustomPrompt="1"/>
          </p:nvPr>
        </p:nvSpPr>
        <p:spPr bwMode="auto">
          <a:xfrm>
            <a:off x="1182628" y="2128775"/>
            <a:ext cx="1627500" cy="62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209332356" name="Google Shape;220;p25"/>
          <p:cNvSpPr txBox="1"/>
          <p:nvPr>
            <p:ph type="subTitle" idx="1"/>
          </p:nvPr>
        </p:nvSpPr>
        <p:spPr bwMode="auto">
          <a:xfrm>
            <a:off x="909778" y="3629175"/>
            <a:ext cx="21732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658810583" name="Google Shape;221;p25"/>
          <p:cNvSpPr txBox="1"/>
          <p:nvPr>
            <p:ph type="subTitle" idx="2"/>
          </p:nvPr>
        </p:nvSpPr>
        <p:spPr bwMode="auto">
          <a:xfrm>
            <a:off x="909778" y="3273300"/>
            <a:ext cx="2173200" cy="440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27448759" name="Google Shape;222;p25"/>
          <p:cNvSpPr txBox="1"/>
          <p:nvPr>
            <p:ph type="title" idx="3" hasCustomPrompt="1"/>
          </p:nvPr>
        </p:nvSpPr>
        <p:spPr bwMode="auto">
          <a:xfrm>
            <a:off x="3758399" y="2128775"/>
            <a:ext cx="1627200" cy="62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500605581" name="Google Shape;223;p25"/>
          <p:cNvSpPr txBox="1"/>
          <p:nvPr>
            <p:ph type="subTitle" idx="4"/>
          </p:nvPr>
        </p:nvSpPr>
        <p:spPr bwMode="auto">
          <a:xfrm>
            <a:off x="3485399" y="3629175"/>
            <a:ext cx="21732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798053" name="Google Shape;224;p25"/>
          <p:cNvSpPr txBox="1"/>
          <p:nvPr>
            <p:ph type="subTitle" idx="5"/>
          </p:nvPr>
        </p:nvSpPr>
        <p:spPr bwMode="auto">
          <a:xfrm>
            <a:off x="3485399" y="3273300"/>
            <a:ext cx="2173200" cy="440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16826910" name="Google Shape;225;p25"/>
          <p:cNvSpPr txBox="1"/>
          <p:nvPr>
            <p:ph type="title" idx="6" hasCustomPrompt="1"/>
          </p:nvPr>
        </p:nvSpPr>
        <p:spPr bwMode="auto">
          <a:xfrm>
            <a:off x="6334019" y="2128775"/>
            <a:ext cx="1627200" cy="621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941093985" name="Google Shape;226;p25"/>
          <p:cNvSpPr txBox="1"/>
          <p:nvPr>
            <p:ph type="subTitle" idx="7"/>
          </p:nvPr>
        </p:nvSpPr>
        <p:spPr bwMode="auto">
          <a:xfrm>
            <a:off x="6061019" y="3629175"/>
            <a:ext cx="21732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1093620" name="Google Shape;227;p25"/>
          <p:cNvSpPr txBox="1"/>
          <p:nvPr>
            <p:ph type="subTitle" idx="8"/>
          </p:nvPr>
        </p:nvSpPr>
        <p:spPr bwMode="auto">
          <a:xfrm>
            <a:off x="6061019" y="3273300"/>
            <a:ext cx="2173200" cy="440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86379658" name="Google Shape;228;p25"/>
          <p:cNvSpPr txBox="1"/>
          <p:nvPr>
            <p:ph type="title" idx="9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04535773" name="Google Shape;229;p25"/>
          <p:cNvGrpSpPr/>
          <p:nvPr/>
        </p:nvGrpSpPr>
        <p:grpSpPr bwMode="auto">
          <a:xfrm>
            <a:off x="7553538" y="3660238"/>
            <a:ext cx="2358638" cy="2358638"/>
            <a:chOff x="7553538" y="3660238"/>
            <a:chExt cx="2358638" cy="2358638"/>
          </a:xfrm>
        </p:grpSpPr>
        <p:grpSp>
          <p:nvGrpSpPr>
            <p:cNvPr id="230" name="Google Shape;230;p25"/>
            <p:cNvGrpSpPr/>
            <p:nvPr/>
          </p:nvGrpSpPr>
          <p:grpSpPr bwMode="auto">
            <a:xfrm rot="-2700000" flipH="1">
              <a:off x="7828010" y="4050176"/>
              <a:ext cx="1045765" cy="1045615"/>
              <a:chOff x="3741950" y="353925"/>
              <a:chExt cx="1045775" cy="1045625"/>
            </a:xfrm>
          </p:grpSpPr>
          <p:sp>
            <p:nvSpPr>
              <p:cNvPr id="231" name="Google Shape;231;p25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2" name="Google Shape;232;p25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33" name="Google Shape;233;p25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34" name="Google Shape;234;p25"/>
            <p:cNvSpPr/>
            <p:nvPr/>
          </p:nvSpPr>
          <p:spPr bwMode="auto">
            <a:xfrm rot="-2700000" flipH="1">
              <a:off x="7903927" y="400067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hanks" preserve="0" showMasterPhAnim="0" showMasterSp="1" userDrawn="1">
  <p:cSld name="CUSTOM_3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432792" name="Google Shape;236;p26"/>
          <p:cNvSpPr txBox="1"/>
          <p:nvPr>
            <p:ph type="title"/>
          </p:nvPr>
        </p:nvSpPr>
        <p:spPr bwMode="auto">
          <a:xfrm>
            <a:off x="713275" y="540000"/>
            <a:ext cx="4448100" cy="13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9191010" name="Google Shape;237;p26"/>
          <p:cNvSpPr txBox="1"/>
          <p:nvPr>
            <p:ph type="subTitle" idx="1"/>
          </p:nvPr>
        </p:nvSpPr>
        <p:spPr bwMode="auto">
          <a:xfrm>
            <a:off x="713225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9179742" name="Google Shape;238;p26"/>
          <p:cNvSpPr txBox="1"/>
          <p:nvPr/>
        </p:nvSpPr>
        <p:spPr bwMode="auto">
          <a:xfrm>
            <a:off x="713275" y="3840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" sz="1200" b="1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hlinkClick r:id="rId2" tooltip="https://bit.ly/3A1uf1Q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hlinkClick r:id="rId3" tooltip="http://bit.ly/2TyoMsr"/>
              </a:rPr>
              <a:t>Flaticon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hlinkClick r:id="rId4" tooltip="http://bit.ly/2TtBDfr"/>
              </a:rPr>
              <a:t>Freepik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 </a:t>
            </a:r>
            <a:endParaRPr sz="1200" b="1">
              <a:solidFill>
                <a:schemeClr val="dk1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1846333018" name="Google Shape;239;p26"/>
          <p:cNvGrpSpPr/>
          <p:nvPr/>
        </p:nvGrpSpPr>
        <p:grpSpPr bwMode="auto">
          <a:xfrm>
            <a:off x="7538450" y="3670107"/>
            <a:ext cx="2394232" cy="2358638"/>
            <a:chOff x="7518600" y="1769556"/>
            <a:chExt cx="2394232" cy="2358638"/>
          </a:xfrm>
        </p:grpSpPr>
        <p:grpSp>
          <p:nvGrpSpPr>
            <p:cNvPr id="240" name="Google Shape;240;p26"/>
            <p:cNvGrpSpPr/>
            <p:nvPr/>
          </p:nvGrpSpPr>
          <p:grpSpPr bwMode="auto">
            <a:xfrm rot="2700000">
              <a:off x="7735132" y="2112570"/>
              <a:ext cx="1045765" cy="1045615"/>
              <a:chOff x="3741950" y="353925"/>
              <a:chExt cx="1045775" cy="1045625"/>
            </a:xfrm>
          </p:grpSpPr>
          <p:sp>
            <p:nvSpPr>
              <p:cNvPr id="241" name="Google Shape;241;p26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2" name="Google Shape;242;p26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243" name="Google Shape;243;p26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</p:grpSp>
        <p:sp>
          <p:nvSpPr>
            <p:cNvPr id="244" name="Google Shape;244;p26"/>
            <p:cNvSpPr/>
            <p:nvPr/>
          </p:nvSpPr>
          <p:spPr bwMode="auto">
            <a:xfrm rot="2700000">
              <a:off x="7904583" y="21099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" preserve="0" showMasterPhAnim="0" showMasterSp="1" userDrawn="1">
  <p:cSld name="CUSTOM_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45874104" name="Google Shape;246;p27"/>
          <p:cNvGrpSpPr/>
          <p:nvPr/>
        </p:nvGrpSpPr>
        <p:grpSpPr bwMode="auto">
          <a:xfrm rot="10800000" flipH="1">
            <a:off x="8331027" y="3471397"/>
            <a:ext cx="4357122" cy="707497"/>
            <a:chOff x="6456475" y="3575600"/>
            <a:chExt cx="3403204" cy="552603"/>
          </a:xfrm>
        </p:grpSpPr>
        <p:sp>
          <p:nvSpPr>
            <p:cNvPr id="247" name="Google Shape;247;p27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8" name="Google Shape;248;p2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955442972" name="Google Shape;249;p27"/>
          <p:cNvGrpSpPr/>
          <p:nvPr/>
        </p:nvGrpSpPr>
        <p:grpSpPr bwMode="auto">
          <a:xfrm rot="10800000" flipH="1">
            <a:off x="7315681" y="4178884"/>
            <a:ext cx="5455165" cy="875381"/>
            <a:chOff x="6456469" y="3575596"/>
            <a:chExt cx="3443700" cy="552604"/>
          </a:xfrm>
        </p:grpSpPr>
        <p:sp>
          <p:nvSpPr>
            <p:cNvPr id="250" name="Google Shape;250;p27"/>
            <p:cNvSpPr/>
            <p:nvPr/>
          </p:nvSpPr>
          <p:spPr bwMode="auto"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51" name="Google Shape;251;p2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05072751" name="Google Shape;252;p27"/>
          <p:cNvGrpSpPr/>
          <p:nvPr/>
        </p:nvGrpSpPr>
        <p:grpSpPr bwMode="auto">
          <a:xfrm flipH="1">
            <a:off x="-3486996" y="942843"/>
            <a:ext cx="4357122" cy="707497"/>
            <a:chOff x="6456475" y="3575600"/>
            <a:chExt cx="3403204" cy="552603"/>
          </a:xfrm>
        </p:grpSpPr>
        <p:sp>
          <p:nvSpPr>
            <p:cNvPr id="253" name="Google Shape;253;p27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54" name="Google Shape;254;p2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479347737" name="Google Shape;255;p27"/>
          <p:cNvGrpSpPr/>
          <p:nvPr/>
        </p:nvGrpSpPr>
        <p:grpSpPr bwMode="auto">
          <a:xfrm flipH="1">
            <a:off x="-3569694" y="67472"/>
            <a:ext cx="5455165" cy="875381"/>
            <a:chOff x="6456469" y="3575596"/>
            <a:chExt cx="3443700" cy="552604"/>
          </a:xfrm>
        </p:grpSpPr>
        <p:sp>
          <p:nvSpPr>
            <p:cNvPr id="256" name="Google Shape;256;p27"/>
            <p:cNvSpPr/>
            <p:nvPr/>
          </p:nvSpPr>
          <p:spPr bwMode="auto"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ackground 1" preserve="0" showMasterPhAnim="0" showMasterSp="1" userDrawn="1">
  <p:cSld name="CUSTOM_9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30647700" name="Google Shape;259;p28"/>
          <p:cNvGrpSpPr/>
          <p:nvPr/>
        </p:nvGrpSpPr>
        <p:grpSpPr bwMode="auto">
          <a:xfrm rot="5400000">
            <a:off x="6537771" y="4976418"/>
            <a:ext cx="4357122" cy="707497"/>
            <a:chOff x="6456475" y="3575600"/>
            <a:chExt cx="3403204" cy="552603"/>
          </a:xfrm>
        </p:grpSpPr>
        <p:sp>
          <p:nvSpPr>
            <p:cNvPr id="260" name="Google Shape;260;p28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61" name="Google Shape;261;p28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1248401359" name="Google Shape;262;p28"/>
          <p:cNvGrpSpPr/>
          <p:nvPr/>
        </p:nvGrpSpPr>
        <p:grpSpPr bwMode="auto">
          <a:xfrm rot="5400000">
            <a:off x="6129289" y="5745840"/>
            <a:ext cx="3759089" cy="707494"/>
            <a:chOff x="6456475" y="3575600"/>
            <a:chExt cx="2936100" cy="552600"/>
          </a:xfrm>
        </p:grpSpPr>
        <p:sp>
          <p:nvSpPr>
            <p:cNvPr id="263" name="Google Shape;263;p28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64" name="Google Shape;264;p28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2145552314" name="Google Shape;265;p28"/>
          <p:cNvGrpSpPr/>
          <p:nvPr/>
        </p:nvGrpSpPr>
        <p:grpSpPr bwMode="auto">
          <a:xfrm rot="-5400000">
            <a:off x="-887968" y="-1051338"/>
            <a:ext cx="4357122" cy="707497"/>
            <a:chOff x="6456475" y="3575600"/>
            <a:chExt cx="3403204" cy="552603"/>
          </a:xfrm>
        </p:grpSpPr>
        <p:sp>
          <p:nvSpPr>
            <p:cNvPr id="266" name="Google Shape;266;p28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67" name="Google Shape;267;p28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784642683" name="Google Shape;268;p28"/>
          <p:cNvGrpSpPr/>
          <p:nvPr/>
        </p:nvGrpSpPr>
        <p:grpSpPr bwMode="auto">
          <a:xfrm rot="-5400000">
            <a:off x="-2228419" y="-668956"/>
            <a:ext cx="5455165" cy="875381"/>
            <a:chOff x="6456469" y="3575596"/>
            <a:chExt cx="3443700" cy="552604"/>
          </a:xfrm>
        </p:grpSpPr>
        <p:sp>
          <p:nvSpPr>
            <p:cNvPr id="269" name="Google Shape;269;p28"/>
            <p:cNvSpPr/>
            <p:nvPr/>
          </p:nvSpPr>
          <p:spPr bwMode="auto"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70" name="Google Shape;270;p28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 slide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userDrawn="1">
  <p:cSld name="CUST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647998" name="Google Shape;276;p31"/>
          <p:cNvSpPr txBox="1"/>
          <p:nvPr>
            <p:ph type="title"/>
          </p:nvPr>
        </p:nvSpPr>
        <p:spPr bwMode="auto"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6437578" name="Google Shape;6;p1"/>
          <p:cNvSpPr txBox="1"/>
          <p:nvPr>
            <p:ph type="title"/>
          </p:nvPr>
        </p:nvSpPr>
        <p:spPr bwMode="auto"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sz="3500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32346572" name="Google Shape;7;p1"/>
          <p:cNvSpPr txBox="1"/>
          <p:nvPr>
            <p:ph type="body" idx="1"/>
          </p:nvPr>
        </p:nvSpPr>
        <p:spPr bwMode="auto"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rgbClr val="0E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391699" name="Google Shape;272;p29"/>
          <p:cNvSpPr txBox="1"/>
          <p:nvPr>
            <p:ph type="title"/>
          </p:nvPr>
        </p:nvSpPr>
        <p:spPr bwMode="auto"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37125042" name="Google Shape;273;p29"/>
          <p:cNvSpPr txBox="1"/>
          <p:nvPr>
            <p:ph type="body" idx="1"/>
          </p:nvPr>
        </p:nvSpPr>
        <p:spPr bwMode="auto"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1pPr>
            <a:lvl2pPr marL="914400" lvl="1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2pPr>
            <a:lvl3pPr marL="1371600" lvl="2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3pPr>
            <a:lvl4pPr marL="1828800" lvl="3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4pPr>
            <a:lvl5pPr marL="2286000" lvl="4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5pPr>
            <a:lvl6pPr marL="2743200" lvl="5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6pPr>
            <a:lvl7pPr marL="3200400" lvl="6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7pPr>
            <a:lvl8pPr marL="3657600" lvl="7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8pPr>
            <a:lvl9pPr marL="4114800" lvl="8" indent="-2984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390807" name="Google Shape;281;p32"/>
          <p:cNvSpPr txBox="1"/>
          <p:nvPr>
            <p:ph type="ctrTitle"/>
          </p:nvPr>
        </p:nvSpPr>
        <p:spPr bwMode="auto">
          <a:xfrm>
            <a:off x="558022" y="692000"/>
            <a:ext cx="6176700" cy="35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Jobien</a:t>
            </a:r>
            <a:br>
              <a:rPr lang="fr-FR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</a:br>
            <a:br>
              <a:rPr lang="fr-FR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</a:br>
            <a:r>
              <a:rPr lang="fr-FR" sz="4800" b="0">
                <a:solidFill>
                  <a:schemeClr val="tx1"/>
                </a:solidFill>
                <a:latin typeface="Montserrat"/>
                <a:ea typeface="Montserrat"/>
                <a:cs typeface="Montserrat"/>
              </a:rPr>
              <a:t>Le job facile, rapide et local</a:t>
            </a:r>
            <a:endParaRPr lang="fr-FR" b="0">
              <a:solidFill>
                <a:schemeClr val="tx1"/>
              </a:solidFill>
            </a:endParaRPr>
          </a:p>
        </p:txBody>
      </p:sp>
      <p:sp>
        <p:nvSpPr>
          <p:cNvPr id="409583412" name="Google Shape;282;p32"/>
          <p:cNvSpPr txBox="1"/>
          <p:nvPr>
            <p:ph type="subTitle" idx="1"/>
          </p:nvPr>
        </p:nvSpPr>
        <p:spPr bwMode="auto">
          <a:xfrm flipH="0" flipV="0">
            <a:off x="260698" y="4204399"/>
            <a:ext cx="5971050" cy="4757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Crée plus d’emplois, plus de liberté, plus d’opportunités</a:t>
            </a:r>
            <a:endParaRPr lang="fr-FR"/>
          </a:p>
        </p:txBody>
      </p:sp>
      <p:grpSp>
        <p:nvGrpSpPr>
          <p:cNvPr id="663015562" name="Google Shape;283;p32"/>
          <p:cNvGrpSpPr/>
          <p:nvPr/>
        </p:nvGrpSpPr>
        <p:grpSpPr bwMode="auto">
          <a:xfrm>
            <a:off x="5482795" y="1103972"/>
            <a:ext cx="4357122" cy="707497"/>
            <a:chOff x="6456475" y="3575600"/>
            <a:chExt cx="3403204" cy="552603"/>
          </a:xfrm>
        </p:grpSpPr>
        <p:sp>
          <p:nvSpPr>
            <p:cNvPr id="284" name="Google Shape;284;p32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85" name="Google Shape;285;p32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054686973" name="Google Shape;286;p32"/>
          <p:cNvGrpSpPr/>
          <p:nvPr/>
        </p:nvGrpSpPr>
        <p:grpSpPr bwMode="auto">
          <a:xfrm>
            <a:off x="4467450" y="228600"/>
            <a:ext cx="5455165" cy="875381"/>
            <a:chOff x="6456469" y="3575596"/>
            <a:chExt cx="3443700" cy="552604"/>
          </a:xfrm>
        </p:grpSpPr>
        <p:sp>
          <p:nvSpPr>
            <p:cNvPr id="287" name="Google Shape;287;p32"/>
            <p:cNvSpPr/>
            <p:nvPr/>
          </p:nvSpPr>
          <p:spPr bwMode="auto"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88" name="Google Shape;288;p32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2138999292" name="Google Shape;289;p32"/>
          <p:cNvGrpSpPr/>
          <p:nvPr/>
        </p:nvGrpSpPr>
        <p:grpSpPr bwMode="auto">
          <a:xfrm>
            <a:off x="7518600" y="1769556"/>
            <a:ext cx="2394232" cy="2358638"/>
            <a:chOff x="7518600" y="1769556"/>
            <a:chExt cx="2394232" cy="2358638"/>
          </a:xfrm>
        </p:grpSpPr>
        <p:grpSp>
          <p:nvGrpSpPr>
            <p:cNvPr id="290" name="Google Shape;290;p32"/>
            <p:cNvGrpSpPr/>
            <p:nvPr/>
          </p:nvGrpSpPr>
          <p:grpSpPr bwMode="auto">
            <a:xfrm rot="2700000">
              <a:off x="7735132" y="2112570"/>
              <a:ext cx="1045765" cy="1045615"/>
              <a:chOff x="3741950" y="353925"/>
              <a:chExt cx="1045775" cy="1045625"/>
            </a:xfrm>
          </p:grpSpPr>
          <p:sp>
            <p:nvSpPr>
              <p:cNvPr id="291" name="Google Shape;291;p32"/>
              <p:cNvSpPr/>
              <p:nvPr/>
            </p:nvSpPr>
            <p:spPr bwMode="auto">
              <a:xfrm>
                <a:off x="3741950" y="1372675"/>
                <a:ext cx="26325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75" fill="norm" stroke="1" extrusionOk="0">
                    <a:moveTo>
                      <a:pt x="526" y="1"/>
                    </a:moveTo>
                    <a:cubicBezTo>
                      <a:pt x="491" y="1"/>
                      <a:pt x="455" y="8"/>
                      <a:pt x="427" y="22"/>
                    </a:cubicBezTo>
                    <a:cubicBezTo>
                      <a:pt x="398" y="22"/>
                      <a:pt x="370" y="22"/>
                      <a:pt x="313" y="50"/>
                    </a:cubicBezTo>
                    <a:cubicBezTo>
                      <a:pt x="284" y="50"/>
                      <a:pt x="256" y="79"/>
                      <a:pt x="228" y="107"/>
                    </a:cubicBezTo>
                    <a:cubicBezTo>
                      <a:pt x="199" y="107"/>
                      <a:pt x="171" y="136"/>
                      <a:pt x="142" y="164"/>
                    </a:cubicBezTo>
                    <a:cubicBezTo>
                      <a:pt x="57" y="249"/>
                      <a:pt x="0" y="392"/>
                      <a:pt x="0" y="534"/>
                    </a:cubicBezTo>
                    <a:cubicBezTo>
                      <a:pt x="0" y="676"/>
                      <a:pt x="57" y="818"/>
                      <a:pt x="142" y="903"/>
                    </a:cubicBezTo>
                    <a:cubicBezTo>
                      <a:pt x="171" y="932"/>
                      <a:pt x="199" y="960"/>
                      <a:pt x="228" y="989"/>
                    </a:cubicBezTo>
                    <a:cubicBezTo>
                      <a:pt x="256" y="989"/>
                      <a:pt x="284" y="1017"/>
                      <a:pt x="313" y="1046"/>
                    </a:cubicBezTo>
                    <a:cubicBezTo>
                      <a:pt x="370" y="1046"/>
                      <a:pt x="398" y="1046"/>
                      <a:pt x="427" y="1074"/>
                    </a:cubicBezTo>
                    <a:lnTo>
                      <a:pt x="626" y="1074"/>
                    </a:lnTo>
                    <a:cubicBezTo>
                      <a:pt x="654" y="1046"/>
                      <a:pt x="711" y="1046"/>
                      <a:pt x="739" y="1046"/>
                    </a:cubicBezTo>
                    <a:cubicBezTo>
                      <a:pt x="768" y="1017"/>
                      <a:pt x="796" y="989"/>
                      <a:pt x="825" y="989"/>
                    </a:cubicBezTo>
                    <a:cubicBezTo>
                      <a:pt x="853" y="960"/>
                      <a:pt x="882" y="932"/>
                      <a:pt x="910" y="903"/>
                    </a:cubicBezTo>
                    <a:cubicBezTo>
                      <a:pt x="938" y="903"/>
                      <a:pt x="938" y="875"/>
                      <a:pt x="967" y="847"/>
                    </a:cubicBezTo>
                    <a:cubicBezTo>
                      <a:pt x="995" y="818"/>
                      <a:pt x="995" y="790"/>
                      <a:pt x="1024" y="733"/>
                    </a:cubicBezTo>
                    <a:cubicBezTo>
                      <a:pt x="1024" y="704"/>
                      <a:pt x="1052" y="676"/>
                      <a:pt x="1052" y="648"/>
                    </a:cubicBezTo>
                    <a:cubicBezTo>
                      <a:pt x="1052" y="619"/>
                      <a:pt x="1052" y="562"/>
                      <a:pt x="1052" y="534"/>
                    </a:cubicBezTo>
                    <a:cubicBezTo>
                      <a:pt x="1052" y="392"/>
                      <a:pt x="995" y="249"/>
                      <a:pt x="910" y="164"/>
                    </a:cubicBezTo>
                    <a:cubicBezTo>
                      <a:pt x="882" y="136"/>
                      <a:pt x="853" y="107"/>
                      <a:pt x="825" y="107"/>
                    </a:cubicBezTo>
                    <a:cubicBezTo>
                      <a:pt x="796" y="79"/>
                      <a:pt x="768" y="50"/>
                      <a:pt x="739" y="50"/>
                    </a:cubicBezTo>
                    <a:cubicBezTo>
                      <a:pt x="711" y="22"/>
                      <a:pt x="654" y="22"/>
                      <a:pt x="626" y="22"/>
                    </a:cubicBezTo>
                    <a:cubicBezTo>
                      <a:pt x="597" y="8"/>
                      <a:pt x="562" y="1"/>
                      <a:pt x="5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292" name="Google Shape;292;p32"/>
              <p:cNvSpPr/>
              <p:nvPr/>
            </p:nvSpPr>
            <p:spPr bwMode="auto">
              <a:xfrm>
                <a:off x="3804500" y="417550"/>
                <a:ext cx="920650" cy="918000"/>
              </a:xfrm>
              <a:custGeom>
                <a:avLst/>
                <a:gdLst/>
                <a:ahLst/>
                <a:cxnLst/>
                <a:rect l="l" t="t" r="r" b="b"/>
                <a:pathLst>
                  <a:path w="36826" h="36720" fill="norm" stroke="1" extrusionOk="0">
                    <a:moveTo>
                      <a:pt x="36232" y="1"/>
                    </a:moveTo>
                    <a:cubicBezTo>
                      <a:pt x="36094" y="1"/>
                      <a:pt x="35959" y="51"/>
                      <a:pt x="35859" y="150"/>
                    </a:cubicBezTo>
                    <a:cubicBezTo>
                      <a:pt x="35660" y="378"/>
                      <a:pt x="35660" y="690"/>
                      <a:pt x="35859" y="918"/>
                    </a:cubicBezTo>
                    <a:cubicBezTo>
                      <a:pt x="35973" y="1003"/>
                      <a:pt x="36115" y="1060"/>
                      <a:pt x="36229" y="1060"/>
                    </a:cubicBezTo>
                    <a:cubicBezTo>
                      <a:pt x="36371" y="1060"/>
                      <a:pt x="36513" y="1003"/>
                      <a:pt x="36627" y="918"/>
                    </a:cubicBezTo>
                    <a:cubicBezTo>
                      <a:pt x="36826" y="690"/>
                      <a:pt x="36826" y="378"/>
                      <a:pt x="36627" y="150"/>
                    </a:cubicBezTo>
                    <a:cubicBezTo>
                      <a:pt x="36513" y="51"/>
                      <a:pt x="36371" y="1"/>
                      <a:pt x="36232" y="1"/>
                    </a:cubicBezTo>
                    <a:close/>
                    <a:moveTo>
                      <a:pt x="33694" y="2560"/>
                    </a:moveTo>
                    <a:cubicBezTo>
                      <a:pt x="33556" y="2560"/>
                      <a:pt x="33414" y="2610"/>
                      <a:pt x="33300" y="2709"/>
                    </a:cubicBezTo>
                    <a:cubicBezTo>
                      <a:pt x="33101" y="2909"/>
                      <a:pt x="33101" y="3250"/>
                      <a:pt x="33300" y="3449"/>
                    </a:cubicBezTo>
                    <a:cubicBezTo>
                      <a:pt x="33414" y="3563"/>
                      <a:pt x="33556" y="3619"/>
                      <a:pt x="33698" y="3619"/>
                    </a:cubicBezTo>
                    <a:cubicBezTo>
                      <a:pt x="33840" y="3619"/>
                      <a:pt x="33954" y="3563"/>
                      <a:pt x="34068" y="3449"/>
                    </a:cubicBezTo>
                    <a:cubicBezTo>
                      <a:pt x="34267" y="3250"/>
                      <a:pt x="34267" y="2909"/>
                      <a:pt x="34068" y="2709"/>
                    </a:cubicBezTo>
                    <a:cubicBezTo>
                      <a:pt x="33968" y="2610"/>
                      <a:pt x="33833" y="2560"/>
                      <a:pt x="33694" y="2560"/>
                    </a:cubicBezTo>
                    <a:close/>
                    <a:moveTo>
                      <a:pt x="31139" y="5091"/>
                    </a:moveTo>
                    <a:cubicBezTo>
                      <a:pt x="31004" y="5091"/>
                      <a:pt x="30869" y="5141"/>
                      <a:pt x="30769" y="5240"/>
                    </a:cubicBezTo>
                    <a:cubicBezTo>
                      <a:pt x="30570" y="5468"/>
                      <a:pt x="30570" y="5809"/>
                      <a:pt x="30769" y="6008"/>
                    </a:cubicBezTo>
                    <a:cubicBezTo>
                      <a:pt x="30883" y="6122"/>
                      <a:pt x="30996" y="6150"/>
                      <a:pt x="31139" y="6150"/>
                    </a:cubicBezTo>
                    <a:cubicBezTo>
                      <a:pt x="31281" y="6150"/>
                      <a:pt x="31423" y="6122"/>
                      <a:pt x="31508" y="6008"/>
                    </a:cubicBezTo>
                    <a:cubicBezTo>
                      <a:pt x="31736" y="5809"/>
                      <a:pt x="31736" y="5468"/>
                      <a:pt x="31508" y="5240"/>
                    </a:cubicBezTo>
                    <a:cubicBezTo>
                      <a:pt x="31409" y="5141"/>
                      <a:pt x="31274" y="5091"/>
                      <a:pt x="31139" y="5091"/>
                    </a:cubicBezTo>
                    <a:close/>
                    <a:moveTo>
                      <a:pt x="28594" y="7650"/>
                    </a:moveTo>
                    <a:cubicBezTo>
                      <a:pt x="28458" y="7650"/>
                      <a:pt x="28323" y="7700"/>
                      <a:pt x="28210" y="7800"/>
                    </a:cubicBezTo>
                    <a:cubicBezTo>
                      <a:pt x="28011" y="7999"/>
                      <a:pt x="28011" y="8340"/>
                      <a:pt x="28210" y="8567"/>
                    </a:cubicBezTo>
                    <a:cubicBezTo>
                      <a:pt x="28323" y="8653"/>
                      <a:pt x="28466" y="8710"/>
                      <a:pt x="28608" y="8710"/>
                    </a:cubicBezTo>
                    <a:cubicBezTo>
                      <a:pt x="28722" y="8710"/>
                      <a:pt x="28864" y="8653"/>
                      <a:pt x="28977" y="8567"/>
                    </a:cubicBezTo>
                    <a:cubicBezTo>
                      <a:pt x="29177" y="8340"/>
                      <a:pt x="29177" y="7999"/>
                      <a:pt x="28977" y="7800"/>
                    </a:cubicBezTo>
                    <a:cubicBezTo>
                      <a:pt x="28864" y="7700"/>
                      <a:pt x="28729" y="7650"/>
                      <a:pt x="28594" y="7650"/>
                    </a:cubicBezTo>
                    <a:close/>
                    <a:moveTo>
                      <a:pt x="26048" y="10188"/>
                    </a:moveTo>
                    <a:cubicBezTo>
                      <a:pt x="25913" y="10188"/>
                      <a:pt x="25778" y="10245"/>
                      <a:pt x="25679" y="10359"/>
                    </a:cubicBezTo>
                    <a:cubicBezTo>
                      <a:pt x="25451" y="10558"/>
                      <a:pt x="25451" y="10899"/>
                      <a:pt x="25679" y="11098"/>
                    </a:cubicBezTo>
                    <a:cubicBezTo>
                      <a:pt x="25764" y="11212"/>
                      <a:pt x="25906" y="11269"/>
                      <a:pt x="26048" y="11269"/>
                    </a:cubicBezTo>
                    <a:cubicBezTo>
                      <a:pt x="26191" y="11269"/>
                      <a:pt x="26333" y="11212"/>
                      <a:pt x="26418" y="11098"/>
                    </a:cubicBezTo>
                    <a:cubicBezTo>
                      <a:pt x="26646" y="10899"/>
                      <a:pt x="26646" y="10558"/>
                      <a:pt x="26418" y="10359"/>
                    </a:cubicBezTo>
                    <a:cubicBezTo>
                      <a:pt x="26319" y="10245"/>
                      <a:pt x="26184" y="10188"/>
                      <a:pt x="26048" y="10188"/>
                    </a:cubicBezTo>
                    <a:close/>
                    <a:moveTo>
                      <a:pt x="23493" y="12741"/>
                    </a:moveTo>
                    <a:cubicBezTo>
                      <a:pt x="23354" y="12741"/>
                      <a:pt x="23219" y="12790"/>
                      <a:pt x="23120" y="12890"/>
                    </a:cubicBezTo>
                    <a:cubicBezTo>
                      <a:pt x="22920" y="13089"/>
                      <a:pt x="22920" y="13430"/>
                      <a:pt x="23120" y="13658"/>
                    </a:cubicBezTo>
                    <a:cubicBezTo>
                      <a:pt x="23233" y="13743"/>
                      <a:pt x="23375" y="13800"/>
                      <a:pt x="23489" y="13800"/>
                    </a:cubicBezTo>
                    <a:cubicBezTo>
                      <a:pt x="23631" y="13800"/>
                      <a:pt x="23774" y="13743"/>
                      <a:pt x="23887" y="13658"/>
                    </a:cubicBezTo>
                    <a:cubicBezTo>
                      <a:pt x="24086" y="13430"/>
                      <a:pt x="24086" y="13089"/>
                      <a:pt x="23887" y="12890"/>
                    </a:cubicBezTo>
                    <a:cubicBezTo>
                      <a:pt x="23774" y="12790"/>
                      <a:pt x="23631" y="12741"/>
                      <a:pt x="23493" y="12741"/>
                    </a:cubicBezTo>
                    <a:close/>
                    <a:moveTo>
                      <a:pt x="20958" y="15278"/>
                    </a:moveTo>
                    <a:cubicBezTo>
                      <a:pt x="20823" y="15278"/>
                      <a:pt x="20688" y="15335"/>
                      <a:pt x="20589" y="15449"/>
                    </a:cubicBezTo>
                    <a:cubicBezTo>
                      <a:pt x="20361" y="15648"/>
                      <a:pt x="20361" y="15989"/>
                      <a:pt x="20589" y="16188"/>
                    </a:cubicBezTo>
                    <a:cubicBezTo>
                      <a:pt x="20674" y="16302"/>
                      <a:pt x="20816" y="16359"/>
                      <a:pt x="20958" y="16359"/>
                    </a:cubicBezTo>
                    <a:cubicBezTo>
                      <a:pt x="21101" y="16359"/>
                      <a:pt x="21214" y="16302"/>
                      <a:pt x="21328" y="16188"/>
                    </a:cubicBezTo>
                    <a:cubicBezTo>
                      <a:pt x="21527" y="15989"/>
                      <a:pt x="21527" y="15648"/>
                      <a:pt x="21328" y="15449"/>
                    </a:cubicBezTo>
                    <a:cubicBezTo>
                      <a:pt x="21228" y="15335"/>
                      <a:pt x="21093" y="15278"/>
                      <a:pt x="20958" y="15278"/>
                    </a:cubicBezTo>
                    <a:close/>
                    <a:moveTo>
                      <a:pt x="18399" y="17831"/>
                    </a:moveTo>
                    <a:cubicBezTo>
                      <a:pt x="18264" y="17831"/>
                      <a:pt x="18129" y="17880"/>
                      <a:pt x="18029" y="17980"/>
                    </a:cubicBezTo>
                    <a:cubicBezTo>
                      <a:pt x="17830" y="18207"/>
                      <a:pt x="17830" y="18549"/>
                      <a:pt x="18029" y="18748"/>
                    </a:cubicBezTo>
                    <a:cubicBezTo>
                      <a:pt x="18143" y="18833"/>
                      <a:pt x="18257" y="18890"/>
                      <a:pt x="18399" y="18890"/>
                    </a:cubicBezTo>
                    <a:cubicBezTo>
                      <a:pt x="18541" y="18890"/>
                      <a:pt x="18683" y="18833"/>
                      <a:pt x="18769" y="18748"/>
                    </a:cubicBezTo>
                    <a:cubicBezTo>
                      <a:pt x="18996" y="18549"/>
                      <a:pt x="18996" y="18207"/>
                      <a:pt x="18769" y="17980"/>
                    </a:cubicBezTo>
                    <a:cubicBezTo>
                      <a:pt x="18669" y="17880"/>
                      <a:pt x="18534" y="17831"/>
                      <a:pt x="18399" y="17831"/>
                    </a:cubicBezTo>
                    <a:close/>
                    <a:moveTo>
                      <a:pt x="15865" y="20390"/>
                    </a:moveTo>
                    <a:cubicBezTo>
                      <a:pt x="15726" y="20390"/>
                      <a:pt x="15584" y="20440"/>
                      <a:pt x="15470" y="20539"/>
                    </a:cubicBezTo>
                    <a:cubicBezTo>
                      <a:pt x="15271" y="20738"/>
                      <a:pt x="15271" y="21080"/>
                      <a:pt x="15470" y="21279"/>
                    </a:cubicBezTo>
                    <a:cubicBezTo>
                      <a:pt x="15584" y="21392"/>
                      <a:pt x="15726" y="21449"/>
                      <a:pt x="15868" y="21449"/>
                    </a:cubicBezTo>
                    <a:cubicBezTo>
                      <a:pt x="15982" y="21449"/>
                      <a:pt x="16124" y="21392"/>
                      <a:pt x="16238" y="21279"/>
                    </a:cubicBezTo>
                    <a:cubicBezTo>
                      <a:pt x="16437" y="21080"/>
                      <a:pt x="16437" y="20738"/>
                      <a:pt x="16238" y="20539"/>
                    </a:cubicBezTo>
                    <a:cubicBezTo>
                      <a:pt x="16138" y="20440"/>
                      <a:pt x="16003" y="20390"/>
                      <a:pt x="15865" y="20390"/>
                    </a:cubicBezTo>
                    <a:close/>
                    <a:moveTo>
                      <a:pt x="13309" y="22921"/>
                    </a:moveTo>
                    <a:cubicBezTo>
                      <a:pt x="13174" y="22921"/>
                      <a:pt x="13039" y="22971"/>
                      <a:pt x="12939" y="23070"/>
                    </a:cubicBezTo>
                    <a:cubicBezTo>
                      <a:pt x="12712" y="23298"/>
                      <a:pt x="12712" y="23639"/>
                      <a:pt x="12939" y="23838"/>
                    </a:cubicBezTo>
                    <a:cubicBezTo>
                      <a:pt x="13025" y="23952"/>
                      <a:pt x="13167" y="23980"/>
                      <a:pt x="13309" y="23980"/>
                    </a:cubicBezTo>
                    <a:cubicBezTo>
                      <a:pt x="13451" y="23980"/>
                      <a:pt x="13593" y="23952"/>
                      <a:pt x="13679" y="23838"/>
                    </a:cubicBezTo>
                    <a:cubicBezTo>
                      <a:pt x="13906" y="23639"/>
                      <a:pt x="13906" y="23298"/>
                      <a:pt x="13679" y="23070"/>
                    </a:cubicBezTo>
                    <a:cubicBezTo>
                      <a:pt x="13579" y="22971"/>
                      <a:pt x="13444" y="22921"/>
                      <a:pt x="13309" y="22921"/>
                    </a:cubicBezTo>
                    <a:close/>
                    <a:moveTo>
                      <a:pt x="10764" y="25480"/>
                    </a:moveTo>
                    <a:cubicBezTo>
                      <a:pt x="10629" y="25480"/>
                      <a:pt x="10494" y="25530"/>
                      <a:pt x="10380" y="25629"/>
                    </a:cubicBezTo>
                    <a:cubicBezTo>
                      <a:pt x="10181" y="25829"/>
                      <a:pt x="10181" y="26170"/>
                      <a:pt x="10380" y="26397"/>
                    </a:cubicBezTo>
                    <a:cubicBezTo>
                      <a:pt x="10494" y="26483"/>
                      <a:pt x="10636" y="26539"/>
                      <a:pt x="10778" y="26539"/>
                    </a:cubicBezTo>
                    <a:cubicBezTo>
                      <a:pt x="10892" y="26539"/>
                      <a:pt x="11034" y="26483"/>
                      <a:pt x="11148" y="26397"/>
                    </a:cubicBezTo>
                    <a:cubicBezTo>
                      <a:pt x="11347" y="26170"/>
                      <a:pt x="11347" y="25829"/>
                      <a:pt x="11148" y="25629"/>
                    </a:cubicBezTo>
                    <a:cubicBezTo>
                      <a:pt x="11034" y="25530"/>
                      <a:pt x="10899" y="25480"/>
                      <a:pt x="10764" y="25480"/>
                    </a:cubicBezTo>
                    <a:close/>
                    <a:moveTo>
                      <a:pt x="8219" y="28018"/>
                    </a:moveTo>
                    <a:cubicBezTo>
                      <a:pt x="8084" y="28018"/>
                      <a:pt x="7949" y="28075"/>
                      <a:pt x="7849" y="28189"/>
                    </a:cubicBezTo>
                    <a:cubicBezTo>
                      <a:pt x="7622" y="28388"/>
                      <a:pt x="7622" y="28729"/>
                      <a:pt x="7849" y="28928"/>
                    </a:cubicBezTo>
                    <a:cubicBezTo>
                      <a:pt x="7934" y="29042"/>
                      <a:pt x="8077" y="29099"/>
                      <a:pt x="8219" y="29099"/>
                    </a:cubicBezTo>
                    <a:cubicBezTo>
                      <a:pt x="8361" y="29099"/>
                      <a:pt x="8475" y="29042"/>
                      <a:pt x="8588" y="28928"/>
                    </a:cubicBezTo>
                    <a:cubicBezTo>
                      <a:pt x="8787" y="28729"/>
                      <a:pt x="8787" y="28388"/>
                      <a:pt x="8588" y="28189"/>
                    </a:cubicBezTo>
                    <a:cubicBezTo>
                      <a:pt x="8489" y="28075"/>
                      <a:pt x="8354" y="28018"/>
                      <a:pt x="8219" y="28018"/>
                    </a:cubicBezTo>
                    <a:close/>
                    <a:moveTo>
                      <a:pt x="5663" y="30570"/>
                    </a:moveTo>
                    <a:cubicBezTo>
                      <a:pt x="5524" y="30570"/>
                      <a:pt x="5389" y="30620"/>
                      <a:pt x="5290" y="30720"/>
                    </a:cubicBezTo>
                    <a:cubicBezTo>
                      <a:pt x="5091" y="30947"/>
                      <a:pt x="5091" y="31260"/>
                      <a:pt x="5290" y="31487"/>
                    </a:cubicBezTo>
                    <a:cubicBezTo>
                      <a:pt x="5403" y="31573"/>
                      <a:pt x="5546" y="31630"/>
                      <a:pt x="5659" y="31630"/>
                    </a:cubicBezTo>
                    <a:cubicBezTo>
                      <a:pt x="5802" y="31630"/>
                      <a:pt x="5944" y="31573"/>
                      <a:pt x="6058" y="31487"/>
                    </a:cubicBezTo>
                    <a:cubicBezTo>
                      <a:pt x="6257" y="31260"/>
                      <a:pt x="6257" y="30947"/>
                      <a:pt x="6058" y="30720"/>
                    </a:cubicBezTo>
                    <a:cubicBezTo>
                      <a:pt x="5944" y="30620"/>
                      <a:pt x="5802" y="30570"/>
                      <a:pt x="5663" y="30570"/>
                    </a:cubicBezTo>
                    <a:close/>
                    <a:moveTo>
                      <a:pt x="3125" y="33108"/>
                    </a:moveTo>
                    <a:cubicBezTo>
                      <a:pt x="2986" y="33108"/>
                      <a:pt x="2844" y="33165"/>
                      <a:pt x="2730" y="33279"/>
                    </a:cubicBezTo>
                    <a:cubicBezTo>
                      <a:pt x="2531" y="33478"/>
                      <a:pt x="2531" y="33819"/>
                      <a:pt x="2730" y="34018"/>
                    </a:cubicBezTo>
                    <a:cubicBezTo>
                      <a:pt x="2844" y="34132"/>
                      <a:pt x="2986" y="34189"/>
                      <a:pt x="3129" y="34189"/>
                    </a:cubicBezTo>
                    <a:cubicBezTo>
                      <a:pt x="3242" y="34189"/>
                      <a:pt x="3384" y="34132"/>
                      <a:pt x="3498" y="34018"/>
                    </a:cubicBezTo>
                    <a:cubicBezTo>
                      <a:pt x="3697" y="33819"/>
                      <a:pt x="3697" y="33478"/>
                      <a:pt x="3498" y="33279"/>
                    </a:cubicBezTo>
                    <a:cubicBezTo>
                      <a:pt x="3399" y="33165"/>
                      <a:pt x="3264" y="33108"/>
                      <a:pt x="3125" y="33108"/>
                    </a:cubicBezTo>
                    <a:close/>
                    <a:moveTo>
                      <a:pt x="569" y="35660"/>
                    </a:moveTo>
                    <a:cubicBezTo>
                      <a:pt x="434" y="35660"/>
                      <a:pt x="299" y="35710"/>
                      <a:pt x="200" y="35810"/>
                    </a:cubicBezTo>
                    <a:cubicBezTo>
                      <a:pt x="1" y="36037"/>
                      <a:pt x="1" y="36379"/>
                      <a:pt x="200" y="36578"/>
                    </a:cubicBezTo>
                    <a:cubicBezTo>
                      <a:pt x="313" y="36691"/>
                      <a:pt x="427" y="36720"/>
                      <a:pt x="569" y="36720"/>
                    </a:cubicBezTo>
                    <a:cubicBezTo>
                      <a:pt x="711" y="36720"/>
                      <a:pt x="854" y="36691"/>
                      <a:pt x="939" y="36578"/>
                    </a:cubicBezTo>
                    <a:cubicBezTo>
                      <a:pt x="1166" y="36379"/>
                      <a:pt x="1166" y="36037"/>
                      <a:pt x="939" y="35810"/>
                    </a:cubicBezTo>
                    <a:cubicBezTo>
                      <a:pt x="839" y="35710"/>
                      <a:pt x="704" y="35660"/>
                      <a:pt x="569" y="356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293" name="Google Shape;293;p32"/>
              <p:cNvSpPr/>
              <p:nvPr/>
            </p:nvSpPr>
            <p:spPr bwMode="auto">
              <a:xfrm>
                <a:off x="4760675" y="353925"/>
                <a:ext cx="27050" cy="26875"/>
              </a:xfrm>
              <a:custGeom>
                <a:avLst/>
                <a:gdLst/>
                <a:ahLst/>
                <a:cxnLst/>
                <a:rect l="l" t="t" r="r" b="b"/>
                <a:pathLst>
                  <a:path w="1082" h="1075" fill="norm" stroke="1" extrusionOk="0">
                    <a:moveTo>
                      <a:pt x="563" y="0"/>
                    </a:moveTo>
                    <a:cubicBezTo>
                      <a:pt x="517" y="0"/>
                      <a:pt x="471" y="7"/>
                      <a:pt x="427" y="22"/>
                    </a:cubicBezTo>
                    <a:cubicBezTo>
                      <a:pt x="399" y="22"/>
                      <a:pt x="370" y="22"/>
                      <a:pt x="342" y="51"/>
                    </a:cubicBezTo>
                    <a:cubicBezTo>
                      <a:pt x="314" y="51"/>
                      <a:pt x="285" y="79"/>
                      <a:pt x="228" y="79"/>
                    </a:cubicBezTo>
                    <a:cubicBezTo>
                      <a:pt x="200" y="107"/>
                      <a:pt x="200" y="136"/>
                      <a:pt x="171" y="164"/>
                    </a:cubicBezTo>
                    <a:cubicBezTo>
                      <a:pt x="143" y="193"/>
                      <a:pt x="115" y="193"/>
                      <a:pt x="86" y="250"/>
                    </a:cubicBezTo>
                    <a:cubicBezTo>
                      <a:pt x="86" y="278"/>
                      <a:pt x="58" y="306"/>
                      <a:pt x="58" y="335"/>
                    </a:cubicBezTo>
                    <a:cubicBezTo>
                      <a:pt x="29" y="363"/>
                      <a:pt x="29" y="392"/>
                      <a:pt x="29" y="420"/>
                    </a:cubicBezTo>
                    <a:cubicBezTo>
                      <a:pt x="1" y="449"/>
                      <a:pt x="1" y="506"/>
                      <a:pt x="1" y="534"/>
                    </a:cubicBezTo>
                    <a:cubicBezTo>
                      <a:pt x="1" y="562"/>
                      <a:pt x="1" y="591"/>
                      <a:pt x="29" y="648"/>
                    </a:cubicBezTo>
                    <a:cubicBezTo>
                      <a:pt x="29" y="676"/>
                      <a:pt x="29" y="705"/>
                      <a:pt x="58" y="733"/>
                    </a:cubicBezTo>
                    <a:cubicBezTo>
                      <a:pt x="58" y="761"/>
                      <a:pt x="86" y="790"/>
                      <a:pt x="86" y="818"/>
                    </a:cubicBezTo>
                    <a:cubicBezTo>
                      <a:pt x="115" y="847"/>
                      <a:pt x="143" y="875"/>
                      <a:pt x="171" y="904"/>
                    </a:cubicBezTo>
                    <a:cubicBezTo>
                      <a:pt x="200" y="932"/>
                      <a:pt x="200" y="961"/>
                      <a:pt x="228" y="989"/>
                    </a:cubicBezTo>
                    <a:cubicBezTo>
                      <a:pt x="285" y="989"/>
                      <a:pt x="314" y="1017"/>
                      <a:pt x="342" y="1017"/>
                    </a:cubicBezTo>
                    <a:cubicBezTo>
                      <a:pt x="370" y="1046"/>
                      <a:pt x="399" y="1046"/>
                      <a:pt x="427" y="1046"/>
                    </a:cubicBezTo>
                    <a:cubicBezTo>
                      <a:pt x="456" y="1074"/>
                      <a:pt x="513" y="1074"/>
                      <a:pt x="541" y="1074"/>
                    </a:cubicBezTo>
                    <a:cubicBezTo>
                      <a:pt x="683" y="1074"/>
                      <a:pt x="825" y="1017"/>
                      <a:pt x="911" y="904"/>
                    </a:cubicBezTo>
                    <a:cubicBezTo>
                      <a:pt x="939" y="875"/>
                      <a:pt x="968" y="847"/>
                      <a:pt x="996" y="818"/>
                    </a:cubicBezTo>
                    <a:cubicBezTo>
                      <a:pt x="996" y="790"/>
                      <a:pt x="1025" y="761"/>
                      <a:pt x="1025" y="733"/>
                    </a:cubicBezTo>
                    <a:cubicBezTo>
                      <a:pt x="1053" y="705"/>
                      <a:pt x="1053" y="676"/>
                      <a:pt x="1053" y="648"/>
                    </a:cubicBezTo>
                    <a:cubicBezTo>
                      <a:pt x="1081" y="591"/>
                      <a:pt x="1081" y="562"/>
                      <a:pt x="1081" y="534"/>
                    </a:cubicBezTo>
                    <a:cubicBezTo>
                      <a:pt x="1081" y="506"/>
                      <a:pt x="1053" y="449"/>
                      <a:pt x="1053" y="420"/>
                    </a:cubicBezTo>
                    <a:cubicBezTo>
                      <a:pt x="1053" y="392"/>
                      <a:pt x="1053" y="363"/>
                      <a:pt x="1025" y="335"/>
                    </a:cubicBezTo>
                    <a:cubicBezTo>
                      <a:pt x="1025" y="306"/>
                      <a:pt x="996" y="278"/>
                      <a:pt x="996" y="250"/>
                    </a:cubicBezTo>
                    <a:cubicBezTo>
                      <a:pt x="968" y="193"/>
                      <a:pt x="939" y="193"/>
                      <a:pt x="911" y="164"/>
                    </a:cubicBezTo>
                    <a:cubicBezTo>
                      <a:pt x="826" y="59"/>
                      <a:pt x="695" y="0"/>
                      <a:pt x="5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  <p:sp>
          <p:nvSpPr>
            <p:cNvPr id="294" name="Google Shape;294;p32"/>
            <p:cNvSpPr/>
            <p:nvPr/>
          </p:nvSpPr>
          <p:spPr bwMode="auto">
            <a:xfrm rot="2700000">
              <a:off x="7904583" y="2109997"/>
              <a:ext cx="1657859" cy="1677759"/>
            </a:xfrm>
            <a:custGeom>
              <a:avLst/>
              <a:gdLst/>
              <a:ahLst/>
              <a:cxnLst/>
              <a:rect l="l" t="t" r="r" b="b"/>
              <a:pathLst>
                <a:path w="66315" h="67111" fill="norm" stroke="1" extrusionOk="0">
                  <a:moveTo>
                    <a:pt x="8446" y="67111"/>
                  </a:moveTo>
                  <a:cubicBezTo>
                    <a:pt x="6171" y="67111"/>
                    <a:pt x="4067" y="66258"/>
                    <a:pt x="2474" y="64665"/>
                  </a:cubicBezTo>
                  <a:cubicBezTo>
                    <a:pt x="882" y="63073"/>
                    <a:pt x="0" y="60940"/>
                    <a:pt x="0" y="58694"/>
                  </a:cubicBezTo>
                  <a:cubicBezTo>
                    <a:pt x="0" y="56447"/>
                    <a:pt x="882" y="54343"/>
                    <a:pt x="2474" y="52750"/>
                  </a:cubicBezTo>
                  <a:lnTo>
                    <a:pt x="51954" y="3271"/>
                  </a:lnTo>
                  <a:cubicBezTo>
                    <a:pt x="55224" y="0"/>
                    <a:pt x="60570" y="0"/>
                    <a:pt x="63841" y="3271"/>
                  </a:cubicBezTo>
                  <a:lnTo>
                    <a:pt x="63841" y="3271"/>
                  </a:lnTo>
                  <a:cubicBezTo>
                    <a:pt x="65433" y="4863"/>
                    <a:pt x="66315" y="6996"/>
                    <a:pt x="66315" y="9242"/>
                  </a:cubicBezTo>
                  <a:cubicBezTo>
                    <a:pt x="66315" y="11489"/>
                    <a:pt x="65433" y="13593"/>
                    <a:pt x="63841" y="15186"/>
                  </a:cubicBezTo>
                  <a:lnTo>
                    <a:pt x="14389" y="64665"/>
                  </a:lnTo>
                  <a:cubicBezTo>
                    <a:pt x="12797" y="66258"/>
                    <a:pt x="10692" y="67111"/>
                    <a:pt x="8446" y="67111"/>
                  </a:cubicBezTo>
                  <a:close/>
                  <a:moveTo>
                    <a:pt x="57897" y="2588"/>
                  </a:moveTo>
                  <a:cubicBezTo>
                    <a:pt x="56191" y="2588"/>
                    <a:pt x="54485" y="3242"/>
                    <a:pt x="53205" y="4522"/>
                  </a:cubicBezTo>
                  <a:lnTo>
                    <a:pt x="3725" y="54002"/>
                  </a:lnTo>
                  <a:cubicBezTo>
                    <a:pt x="2474" y="55253"/>
                    <a:pt x="1792" y="56931"/>
                    <a:pt x="1792" y="58694"/>
                  </a:cubicBezTo>
                  <a:cubicBezTo>
                    <a:pt x="1792" y="60457"/>
                    <a:pt x="2474" y="62135"/>
                    <a:pt x="3725" y="63386"/>
                  </a:cubicBezTo>
                  <a:cubicBezTo>
                    <a:pt x="4977" y="64637"/>
                    <a:pt x="6654" y="65348"/>
                    <a:pt x="8418" y="65348"/>
                  </a:cubicBezTo>
                  <a:cubicBezTo>
                    <a:pt x="10209" y="65348"/>
                    <a:pt x="11858" y="64637"/>
                    <a:pt x="13138" y="63386"/>
                  </a:cubicBezTo>
                  <a:lnTo>
                    <a:pt x="62589" y="13934"/>
                  </a:lnTo>
                  <a:cubicBezTo>
                    <a:pt x="63841" y="12683"/>
                    <a:pt x="64523" y="11005"/>
                    <a:pt x="64523" y="9242"/>
                  </a:cubicBezTo>
                  <a:cubicBezTo>
                    <a:pt x="64523" y="7451"/>
                    <a:pt x="63841" y="5801"/>
                    <a:pt x="62589" y="4550"/>
                  </a:cubicBezTo>
                  <a:lnTo>
                    <a:pt x="62589" y="4550"/>
                  </a:lnTo>
                  <a:cubicBezTo>
                    <a:pt x="61310" y="3242"/>
                    <a:pt x="59604" y="2588"/>
                    <a:pt x="57897" y="258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126430927" name="Google Shape;295;p32"/>
          <p:cNvGrpSpPr/>
          <p:nvPr/>
        </p:nvGrpSpPr>
        <p:grpSpPr bwMode="auto">
          <a:xfrm>
            <a:off x="6551233" y="1811472"/>
            <a:ext cx="3759089" cy="707494"/>
            <a:chOff x="6456475" y="3575600"/>
            <a:chExt cx="2936100" cy="552600"/>
          </a:xfrm>
        </p:grpSpPr>
        <p:sp>
          <p:nvSpPr>
            <p:cNvPr id="296" name="Google Shape;296;p32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97" name="Google Shape;297;p32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816765" name="Google Shape;390;p37"/>
          <p:cNvSpPr txBox="1"/>
          <p:nvPr>
            <p:ph type="title"/>
          </p:nvPr>
        </p:nvSpPr>
        <p:spPr bwMode="auto">
          <a:xfrm flipH="0" flipV="0">
            <a:off x="3841147" y="1620823"/>
            <a:ext cx="4327351" cy="1599897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>
                <a:latin typeface="Montserrat"/>
                <a:ea typeface="Montserrat"/>
                <a:cs typeface="Montserrat"/>
              </a:rPr>
              <a:t>Problème vs Solution</a:t>
            </a:r>
            <a:endParaRPr lang="fr-FR" sz="4800"/>
          </a:p>
        </p:txBody>
      </p:sp>
      <p:sp>
        <p:nvSpPr>
          <p:cNvPr id="1901030157" name="Google Shape;391;p37"/>
          <p:cNvSpPr txBox="1"/>
          <p:nvPr>
            <p:ph type="subTitle" idx="1"/>
          </p:nvPr>
        </p:nvSpPr>
        <p:spPr bwMode="auto">
          <a:xfrm flipH="0" flipV="0">
            <a:off x="3893699" y="3220723"/>
            <a:ext cx="4442400" cy="74314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Problème majeur du marché</a:t>
            </a:r>
            <a:endParaRPr lang="fr-FR" sz="1600" b="0" i="0" u="none" strike="noStrike" cap="none" spc="0">
              <a:solidFill>
                <a:schemeClr val="accent1"/>
              </a:solidFill>
              <a:latin typeface="Albert Sans"/>
              <a:ea typeface="Albert Sans"/>
              <a:cs typeface="Albert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Solution innovante et claire</a:t>
            </a:r>
            <a:endParaRPr lang="fr-FR" sz="1600">
              <a:latin typeface="Albert Sans"/>
              <a:cs typeface="Albert Sans"/>
            </a:endParaRPr>
          </a:p>
        </p:txBody>
      </p:sp>
      <p:grpSp>
        <p:nvGrpSpPr>
          <p:cNvPr id="936786082" name="Google Shape;392;p37"/>
          <p:cNvGrpSpPr/>
          <p:nvPr/>
        </p:nvGrpSpPr>
        <p:grpSpPr bwMode="auto">
          <a:xfrm flipH="1">
            <a:off x="-5202412" y="1648704"/>
            <a:ext cx="8892667" cy="1427045"/>
            <a:chOff x="6456469" y="3575596"/>
            <a:chExt cx="3443700" cy="552604"/>
          </a:xfrm>
        </p:grpSpPr>
        <p:sp>
          <p:nvSpPr>
            <p:cNvPr id="393" name="Google Shape;393;p37"/>
            <p:cNvSpPr/>
            <p:nvPr/>
          </p:nvSpPr>
          <p:spPr bwMode="auto"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394" name="Google Shape;394;p3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948246824" name="Google Shape;395;p37"/>
          <p:cNvSpPr txBox="1"/>
          <p:nvPr>
            <p:ph type="title" idx="2"/>
          </p:nvPr>
        </p:nvSpPr>
        <p:spPr bwMode="auto">
          <a:xfrm>
            <a:off x="2269000" y="1941325"/>
            <a:ext cx="1421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01</a:t>
            </a:r>
            <a:endParaRPr lang="fr-FR"/>
          </a:p>
        </p:txBody>
      </p:sp>
      <p:grpSp>
        <p:nvGrpSpPr>
          <p:cNvPr id="1585617798" name="Google Shape;396;p37"/>
          <p:cNvGrpSpPr/>
          <p:nvPr/>
        </p:nvGrpSpPr>
        <p:grpSpPr bwMode="auto">
          <a:xfrm rot="10800000">
            <a:off x="-1778501" y="941197"/>
            <a:ext cx="4357122" cy="707497"/>
            <a:chOff x="6456475" y="3575600"/>
            <a:chExt cx="3403204" cy="552603"/>
          </a:xfrm>
        </p:grpSpPr>
        <p:sp>
          <p:nvSpPr>
            <p:cNvPr id="397" name="Google Shape;397;p37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398" name="Google Shape;398;p3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772988755" name="Google Shape;399;p37"/>
          <p:cNvGrpSpPr/>
          <p:nvPr/>
        </p:nvGrpSpPr>
        <p:grpSpPr bwMode="auto">
          <a:xfrm rot="10800000">
            <a:off x="-2248905" y="233701"/>
            <a:ext cx="3759089" cy="707494"/>
            <a:chOff x="6456475" y="3575600"/>
            <a:chExt cx="2936100" cy="552600"/>
          </a:xfrm>
        </p:grpSpPr>
        <p:sp>
          <p:nvSpPr>
            <p:cNvPr id="400" name="Google Shape;400;p37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401" name="Google Shape;401;p37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5003188" name="Google Shape;446;p40"/>
          <p:cNvGrpSpPr/>
          <p:nvPr/>
        </p:nvGrpSpPr>
        <p:grpSpPr bwMode="auto">
          <a:xfrm flipH="0" flipV="0">
            <a:off x="7243605" y="2304019"/>
            <a:ext cx="2194893" cy="5550822"/>
            <a:chOff x="0" y="0"/>
            <a:chExt cx="2194893" cy="5550822"/>
          </a:xfrm>
        </p:grpSpPr>
        <p:grpSp>
          <p:nvGrpSpPr>
            <p:cNvPr id="2136297023" name="Google Shape;447;p40"/>
            <p:cNvGrpSpPr/>
            <p:nvPr/>
          </p:nvGrpSpPr>
          <p:grpSpPr bwMode="auto">
            <a:xfrm rot="5399976" flipH="0" flipV="0">
              <a:off x="-1052659" y="2695259"/>
              <a:ext cx="4139336" cy="678005"/>
              <a:chOff x="0" y="0"/>
              <a:chExt cx="4139336" cy="678005"/>
            </a:xfrm>
          </p:grpSpPr>
          <p:sp>
            <p:nvSpPr>
              <p:cNvPr id="55505846" name="Google Shape;448;p40"/>
              <p:cNvSpPr/>
              <p:nvPr/>
            </p:nvSpPr>
            <p:spPr bwMode="auto">
              <a:xfrm>
                <a:off x="4" y="3"/>
                <a:ext cx="4139331" cy="6780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505173728" name="Google Shape;449;p40"/>
              <p:cNvSpPr/>
              <p:nvPr/>
            </p:nvSpPr>
            <p:spPr bwMode="auto">
              <a:xfrm>
                <a:off x="0" y="0"/>
                <a:ext cx="672130" cy="67800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  <p:grpSp>
          <p:nvGrpSpPr>
            <p:cNvPr id="196359235" name="Google Shape;450;p40"/>
            <p:cNvGrpSpPr/>
            <p:nvPr/>
          </p:nvGrpSpPr>
          <p:grpSpPr bwMode="auto">
            <a:xfrm rot="5399976" flipH="0" flipV="0">
              <a:off x="-815798" y="2171801"/>
              <a:ext cx="5182494" cy="838891"/>
              <a:chOff x="0" y="0"/>
              <a:chExt cx="5182494" cy="838891"/>
            </a:xfrm>
          </p:grpSpPr>
          <p:sp>
            <p:nvSpPr>
              <p:cNvPr id="597855252" name="Google Shape;451;p40"/>
              <p:cNvSpPr/>
              <p:nvPr/>
            </p:nvSpPr>
            <p:spPr bwMode="auto">
              <a:xfrm>
                <a:off x="0" y="0"/>
                <a:ext cx="5182494" cy="83888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998550376" name="Google Shape;452;p40"/>
              <p:cNvSpPr/>
              <p:nvPr/>
            </p:nvSpPr>
            <p:spPr bwMode="auto">
              <a:xfrm>
                <a:off x="9" y="5"/>
                <a:ext cx="831619" cy="83888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  <p:grpSp>
          <p:nvGrpSpPr>
            <p:cNvPr id="1246824731" name="Google Shape;453;p40"/>
            <p:cNvGrpSpPr/>
            <p:nvPr/>
          </p:nvGrpSpPr>
          <p:grpSpPr bwMode="auto">
            <a:xfrm rot="5399976" flipH="0" flipV="0">
              <a:off x="-1446595" y="3426223"/>
              <a:ext cx="3571194" cy="678001"/>
              <a:chOff x="0" y="0"/>
              <a:chExt cx="3571194" cy="678001"/>
            </a:xfrm>
          </p:grpSpPr>
          <p:sp>
            <p:nvSpPr>
              <p:cNvPr id="140409912" name="Google Shape;454;p40"/>
              <p:cNvSpPr/>
              <p:nvPr/>
            </p:nvSpPr>
            <p:spPr bwMode="auto">
              <a:xfrm>
                <a:off x="0" y="0"/>
                <a:ext cx="3571194" cy="678001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2032188166" name="Google Shape;455;p40"/>
              <p:cNvSpPr/>
              <p:nvPr/>
            </p:nvSpPr>
            <p:spPr bwMode="auto">
              <a:xfrm>
                <a:off x="0" y="0"/>
                <a:ext cx="672130" cy="67800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203468402" name="Google Shape;456;p40"/>
          <p:cNvGrpSpPr/>
          <p:nvPr/>
        </p:nvGrpSpPr>
        <p:grpSpPr bwMode="auto">
          <a:xfrm flipH="1">
            <a:off x="-311296" y="150023"/>
            <a:ext cx="1590594" cy="875374"/>
            <a:chOff x="6456463" y="3575599"/>
            <a:chExt cx="1004099" cy="552600"/>
          </a:xfrm>
        </p:grpSpPr>
        <p:sp>
          <p:nvSpPr>
            <p:cNvPr id="2097409802" name="Google Shape;457;p40"/>
            <p:cNvSpPr/>
            <p:nvPr/>
          </p:nvSpPr>
          <p:spPr bwMode="auto">
            <a:xfrm>
              <a:off x="6456463" y="3575601"/>
              <a:ext cx="10040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880413018" name="Google Shape;458;p40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804308102" name="Google Shape;459;p40"/>
          <p:cNvGrpSpPr/>
          <p:nvPr/>
        </p:nvGrpSpPr>
        <p:grpSpPr bwMode="auto">
          <a:xfrm flipH="1">
            <a:off x="-425084" y="1025388"/>
            <a:ext cx="1249831" cy="707505"/>
            <a:chOff x="6456474" y="3575599"/>
            <a:chExt cx="976201" cy="552609"/>
          </a:xfrm>
        </p:grpSpPr>
        <p:sp>
          <p:nvSpPr>
            <p:cNvPr id="860984094" name="Google Shape;460;p40"/>
            <p:cNvSpPr/>
            <p:nvPr/>
          </p:nvSpPr>
          <p:spPr bwMode="auto">
            <a:xfrm>
              <a:off x="6456476" y="3575608"/>
              <a:ext cx="976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99084063" name="Google Shape;461;p40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106638291" name=""/>
          <p:cNvSpPr txBox="1"/>
          <p:nvPr/>
        </p:nvSpPr>
        <p:spPr bwMode="auto">
          <a:xfrm flipH="0" flipV="0">
            <a:off x="724401" y="2205810"/>
            <a:ext cx="2491011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Jean veu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t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acheter 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u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n nouveau jeu pour jouer avec 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ses 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ami</a:t>
            </a:r>
            <a:r>
              <a:rPr lang="fr-FR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s</a:t>
            </a:r>
            <a:endParaRPr lang="fr-FR">
              <a:solidFill>
                <a:schemeClr val="bg2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90799821" name=""/>
          <p:cNvSpPr txBox="1"/>
          <p:nvPr/>
        </p:nvSpPr>
        <p:spPr bwMode="auto">
          <a:xfrm flipH="0" flipV="0">
            <a:off x="2150079" y="191181"/>
            <a:ext cx="444209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800">
                <a:latin typeface="Montserrat"/>
                <a:ea typeface="Montserrat"/>
                <a:cs typeface="Montserrat"/>
              </a:rPr>
              <a:t>Voici </a:t>
            </a:r>
            <a:r>
              <a:rPr lang="fr-FR" sz="2800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Jean</a:t>
            </a:r>
            <a:endParaRPr lang="fr-FR" sz="2800">
              <a:latin typeface="Montserrat"/>
              <a:cs typeface="Montserrat"/>
            </a:endParaRPr>
          </a:p>
        </p:txBody>
      </p:sp>
      <p:sp>
        <p:nvSpPr>
          <p:cNvPr id="823362981" name=""/>
          <p:cNvSpPr txBox="1"/>
          <p:nvPr/>
        </p:nvSpPr>
        <p:spPr bwMode="auto">
          <a:xfrm flipH="0" flipV="0">
            <a:off x="5690848" y="2205810"/>
            <a:ext cx="2829987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mais 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malheureusement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il n’a pas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 asse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z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d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’argent pour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achet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er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 un</a:t>
            </a:r>
            <a:r>
              <a:rPr lang="fr-FR" sz="1400" b="0" i="0" u="none" strike="noStrike" cap="none" spc="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 jeu</a:t>
            </a:r>
            <a:endParaRPr lang="fr-FR" sz="1400">
              <a:solidFill>
                <a:schemeClr val="bg2"/>
              </a:solidFill>
              <a:latin typeface="Montserrat"/>
              <a:cs typeface="Montserrat"/>
            </a:endParaRPr>
          </a:p>
        </p:txBody>
      </p:sp>
      <p:pic>
        <p:nvPicPr>
          <p:cNvPr id="10198531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04379" y="305508"/>
            <a:ext cx="3429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892232" name="Google Shape;50;p7"/>
          <p:cNvSpPr txBox="1"/>
          <p:nvPr>
            <p:ph type="subTitle" idx="1"/>
          </p:nvPr>
        </p:nvSpPr>
        <p:spPr bwMode="auto">
          <a:xfrm flipH="0" flipV="0">
            <a:off x="548499" y="2163378"/>
            <a:ext cx="7616394" cy="678361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599"/>
              </a:spcBef>
              <a:spcAft>
                <a:spcPts val="1599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pPr marL="139699" indent="0" algn="ctr">
              <a:buClr>
                <a:schemeClr val="dk1"/>
              </a:buClr>
              <a:buSzPts val="1600"/>
              <a:buFont typeface="Nunito Light"/>
              <a:buNone/>
              <a:defRPr/>
            </a:pPr>
            <a:r>
              <a:rPr lang="fr-FR"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Millier</a:t>
            </a:r>
            <a:r>
              <a:rPr lang="en-US"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s</a:t>
            </a:r>
            <a:r>
              <a:rPr lang="fr-FR"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 de personnes ont le même problème que </a:t>
            </a:r>
            <a:r>
              <a:rPr lang="fr-FR" sz="2000" b="0" i="0" u="none" strike="noStrike" cap="none" spc="0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Jean</a:t>
            </a:r>
            <a:endParaRPr lang="fr-FR" sz="2000">
              <a:latin typeface="Montserrat"/>
              <a:cs typeface="Montserrat"/>
            </a:endParaRPr>
          </a:p>
        </p:txBody>
      </p:sp>
      <p:grpSp>
        <p:nvGrpSpPr>
          <p:cNvPr id="579484145" name="Google Shape;446;p40"/>
          <p:cNvGrpSpPr/>
          <p:nvPr/>
        </p:nvGrpSpPr>
        <p:grpSpPr bwMode="auto">
          <a:xfrm flipH="0" flipV="0">
            <a:off x="7243605" y="2304018"/>
            <a:ext cx="2194893" cy="5550822"/>
            <a:chOff x="0" y="0"/>
            <a:chExt cx="2194893" cy="5550822"/>
          </a:xfrm>
        </p:grpSpPr>
        <p:grpSp>
          <p:nvGrpSpPr>
            <p:cNvPr id="1846618312" name="Google Shape;447;p40"/>
            <p:cNvGrpSpPr/>
            <p:nvPr/>
          </p:nvGrpSpPr>
          <p:grpSpPr bwMode="auto">
            <a:xfrm rot="5399942" flipH="0" flipV="0">
              <a:off x="-1052658" y="2695258"/>
              <a:ext cx="4139334" cy="678004"/>
              <a:chOff x="0" y="0"/>
              <a:chExt cx="4139334" cy="678004"/>
            </a:xfrm>
          </p:grpSpPr>
          <p:sp>
            <p:nvSpPr>
              <p:cNvPr id="1293885258" name="Google Shape;448;p40"/>
              <p:cNvSpPr/>
              <p:nvPr/>
            </p:nvSpPr>
            <p:spPr bwMode="auto">
              <a:xfrm>
                <a:off x="3" y="2"/>
                <a:ext cx="4139330" cy="678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lt2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586972482" name="Google Shape;449;p40"/>
              <p:cNvSpPr/>
              <p:nvPr/>
            </p:nvSpPr>
            <p:spPr bwMode="auto">
              <a:xfrm>
                <a:off x="0" y="0"/>
                <a:ext cx="672129" cy="678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  <p:grpSp>
          <p:nvGrpSpPr>
            <p:cNvPr id="842318207" name="Google Shape;450;p40"/>
            <p:cNvGrpSpPr/>
            <p:nvPr/>
          </p:nvGrpSpPr>
          <p:grpSpPr bwMode="auto">
            <a:xfrm rot="5399942" flipH="0" flipV="0">
              <a:off x="-815797" y="2171800"/>
              <a:ext cx="5182493" cy="838890"/>
              <a:chOff x="0" y="0"/>
              <a:chExt cx="5182493" cy="838890"/>
            </a:xfrm>
          </p:grpSpPr>
          <p:sp>
            <p:nvSpPr>
              <p:cNvPr id="223476651" name="Google Shape;451;p40"/>
              <p:cNvSpPr/>
              <p:nvPr/>
            </p:nvSpPr>
            <p:spPr bwMode="auto">
              <a:xfrm>
                <a:off x="0" y="0"/>
                <a:ext cx="5182493" cy="83888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436978906" name="Google Shape;452;p40"/>
              <p:cNvSpPr/>
              <p:nvPr/>
            </p:nvSpPr>
            <p:spPr bwMode="auto">
              <a:xfrm>
                <a:off x="9" y="4"/>
                <a:ext cx="831618" cy="83888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  <p:grpSp>
          <p:nvGrpSpPr>
            <p:cNvPr id="1890527579" name="Google Shape;453;p40"/>
            <p:cNvGrpSpPr/>
            <p:nvPr/>
          </p:nvGrpSpPr>
          <p:grpSpPr bwMode="auto">
            <a:xfrm rot="5399942" flipH="0" flipV="0">
              <a:off x="-1446594" y="3426222"/>
              <a:ext cx="3571193" cy="678000"/>
              <a:chOff x="0" y="0"/>
              <a:chExt cx="3571193" cy="678000"/>
            </a:xfrm>
          </p:grpSpPr>
          <p:sp>
            <p:nvSpPr>
              <p:cNvPr id="1330761909" name="Google Shape;454;p40"/>
              <p:cNvSpPr/>
              <p:nvPr/>
            </p:nvSpPr>
            <p:spPr bwMode="auto">
              <a:xfrm>
                <a:off x="0" y="0"/>
                <a:ext cx="3571193" cy="6780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lt2"/>
                  </a:gs>
                  <a:gs pos="100000">
                    <a:schemeClr val="accent3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736589087" name="Google Shape;455;p40"/>
              <p:cNvSpPr/>
              <p:nvPr/>
            </p:nvSpPr>
            <p:spPr bwMode="auto">
              <a:xfrm>
                <a:off x="0" y="0"/>
                <a:ext cx="672129" cy="678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320085184" name="Google Shape;456;p40"/>
          <p:cNvGrpSpPr/>
          <p:nvPr/>
        </p:nvGrpSpPr>
        <p:grpSpPr bwMode="auto">
          <a:xfrm flipH="1">
            <a:off x="-311295" y="150022"/>
            <a:ext cx="1590593" cy="875373"/>
            <a:chOff x="6456462" y="3575598"/>
            <a:chExt cx="1004098" cy="552600"/>
          </a:xfrm>
        </p:grpSpPr>
        <p:sp>
          <p:nvSpPr>
            <p:cNvPr id="852571032" name="Google Shape;457;p40"/>
            <p:cNvSpPr/>
            <p:nvPr/>
          </p:nvSpPr>
          <p:spPr bwMode="auto">
            <a:xfrm>
              <a:off x="6456462" y="3575601"/>
              <a:ext cx="10040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55223406" name="Google Shape;458;p40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377157779" name="Google Shape;459;p40"/>
          <p:cNvGrpSpPr/>
          <p:nvPr/>
        </p:nvGrpSpPr>
        <p:grpSpPr bwMode="auto">
          <a:xfrm flipH="1">
            <a:off x="-425083" y="1025388"/>
            <a:ext cx="1249830" cy="707504"/>
            <a:chOff x="6456474" y="3575598"/>
            <a:chExt cx="976200" cy="552609"/>
          </a:xfrm>
        </p:grpSpPr>
        <p:sp>
          <p:nvSpPr>
            <p:cNvPr id="1990806540" name="Google Shape;460;p40"/>
            <p:cNvSpPr/>
            <p:nvPr/>
          </p:nvSpPr>
          <p:spPr bwMode="auto">
            <a:xfrm>
              <a:off x="6456475" y="3575607"/>
              <a:ext cx="9761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451750929" name="Google Shape;461;p40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797393" name="Google Shape;518;p42"/>
          <p:cNvSpPr txBox="1"/>
          <p:nvPr>
            <p:ph type="title"/>
          </p:nvPr>
        </p:nvSpPr>
        <p:spPr bwMode="auto">
          <a:xfrm>
            <a:off x="719999" y="222773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400" b="1" i="0" u="none" strike="noStrike" cap="none" spc="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Solution</a:t>
            </a:r>
            <a:endParaRPr lang="fr-FR" sz="2400"/>
          </a:p>
        </p:txBody>
      </p:sp>
      <p:grpSp>
        <p:nvGrpSpPr>
          <p:cNvPr id="371356569" name="Google Shape;553;p42"/>
          <p:cNvGrpSpPr/>
          <p:nvPr/>
        </p:nvGrpSpPr>
        <p:grpSpPr bwMode="auto">
          <a:xfrm>
            <a:off x="7728313" y="150023"/>
            <a:ext cx="1590594" cy="875374"/>
            <a:chOff x="6456463" y="3575599"/>
            <a:chExt cx="1004099" cy="552600"/>
          </a:xfrm>
        </p:grpSpPr>
        <p:sp>
          <p:nvSpPr>
            <p:cNvPr id="519143630" name="Google Shape;554;p42"/>
            <p:cNvSpPr/>
            <p:nvPr/>
          </p:nvSpPr>
          <p:spPr bwMode="auto">
            <a:xfrm>
              <a:off x="6456463" y="3575601"/>
              <a:ext cx="10040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11144943" name="Google Shape;555;p42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206643186" name="Google Shape;556;p42"/>
          <p:cNvGrpSpPr/>
          <p:nvPr/>
        </p:nvGrpSpPr>
        <p:grpSpPr bwMode="auto">
          <a:xfrm>
            <a:off x="8182864" y="1025388"/>
            <a:ext cx="1249831" cy="707505"/>
            <a:chOff x="6456474" y="3575599"/>
            <a:chExt cx="976201" cy="552609"/>
          </a:xfrm>
        </p:grpSpPr>
        <p:sp>
          <p:nvSpPr>
            <p:cNvPr id="1698625171" name="Google Shape;557;p42"/>
            <p:cNvSpPr/>
            <p:nvPr/>
          </p:nvSpPr>
          <p:spPr bwMode="auto">
            <a:xfrm>
              <a:off x="6456476" y="3575608"/>
              <a:ext cx="976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648751697" name="Google Shape;558;p42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597900921" name=""/>
          <p:cNvSpPr txBox="1"/>
          <p:nvPr/>
        </p:nvSpPr>
        <p:spPr bwMode="auto">
          <a:xfrm flipH="0" flipV="0">
            <a:off x="614916" y="1137315"/>
            <a:ext cx="7499118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2000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Jobien</a:t>
            </a:r>
            <a:r>
              <a:rPr lang="fr-FR" sz="2000">
                <a:latin typeface="Montserrat Medium"/>
                <a:ea typeface="Montserrat Medium"/>
                <a:cs typeface="Montserrat Medium"/>
              </a:rPr>
              <a:t>, l’application simple et locale pour générer des revenus immédiats:</a:t>
            </a:r>
            <a:endParaRPr lang="fr-FR" sz="2000"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340678143" name="Google Shape;519;p42"/>
          <p:cNvSpPr txBox="1"/>
          <p:nvPr>
            <p:ph type="subTitle" idx="1"/>
          </p:nvPr>
        </p:nvSpPr>
        <p:spPr bwMode="auto">
          <a:xfrm>
            <a:off x="796027" y="3413054"/>
            <a:ext cx="2175300" cy="8694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Repérez des mission proches instantanément</a:t>
            </a:r>
            <a:endParaRPr lang="fr-FR"/>
          </a:p>
        </p:txBody>
      </p:sp>
      <p:sp>
        <p:nvSpPr>
          <p:cNvPr id="910878707" name="Google Shape;520;p42"/>
          <p:cNvSpPr txBox="1"/>
          <p:nvPr>
            <p:ph type="subTitle" idx="2"/>
          </p:nvPr>
        </p:nvSpPr>
        <p:spPr bwMode="auto">
          <a:xfrm>
            <a:off x="3495148" y="3413054"/>
            <a:ext cx="2175300" cy="8694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Postulez ou proposez en quelques clics</a:t>
            </a:r>
            <a:endParaRPr lang="fr-FR"/>
          </a:p>
        </p:txBody>
      </p:sp>
      <p:sp>
        <p:nvSpPr>
          <p:cNvPr id="286282194" name="Google Shape;521;p42"/>
          <p:cNvSpPr txBox="1"/>
          <p:nvPr>
            <p:ph type="subTitle" idx="3"/>
          </p:nvPr>
        </p:nvSpPr>
        <p:spPr bwMode="auto">
          <a:xfrm>
            <a:off x="6194275" y="3413054"/>
            <a:ext cx="2175300" cy="8694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Paiement sécurisé à la fin de chaque mission</a:t>
            </a:r>
            <a:endParaRPr lang="fr-FR"/>
          </a:p>
        </p:txBody>
      </p:sp>
      <p:sp>
        <p:nvSpPr>
          <p:cNvPr id="1036149804" name="Google Shape;522;p42"/>
          <p:cNvSpPr txBox="1"/>
          <p:nvPr>
            <p:ph type="subTitle" idx="4"/>
          </p:nvPr>
        </p:nvSpPr>
        <p:spPr bwMode="auto">
          <a:xfrm>
            <a:off x="751878" y="2960889"/>
            <a:ext cx="2175300" cy="527699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Trouver</a:t>
            </a:r>
            <a:endParaRPr lang="fr-FR">
              <a:latin typeface="Montserrat"/>
              <a:cs typeface="Montserrat"/>
            </a:endParaRPr>
          </a:p>
        </p:txBody>
      </p:sp>
      <p:sp>
        <p:nvSpPr>
          <p:cNvPr id="1091636932" name="Google Shape;523;p42"/>
          <p:cNvSpPr txBox="1"/>
          <p:nvPr>
            <p:ph type="subTitle" idx="5"/>
          </p:nvPr>
        </p:nvSpPr>
        <p:spPr bwMode="auto">
          <a:xfrm>
            <a:off x="3495151" y="2971572"/>
            <a:ext cx="2175300" cy="527699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Accepter</a:t>
            </a:r>
            <a:endParaRPr lang="fr-FR"/>
          </a:p>
        </p:txBody>
      </p:sp>
      <p:sp>
        <p:nvSpPr>
          <p:cNvPr id="33885922" name="Google Shape;524;p42"/>
          <p:cNvSpPr txBox="1"/>
          <p:nvPr>
            <p:ph type="subTitle" idx="6"/>
          </p:nvPr>
        </p:nvSpPr>
        <p:spPr bwMode="auto">
          <a:xfrm>
            <a:off x="6194277" y="2971572"/>
            <a:ext cx="2175300" cy="527699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Être payé</a:t>
            </a:r>
            <a:endParaRPr lang="fr-FR"/>
          </a:p>
        </p:txBody>
      </p:sp>
      <p:grpSp>
        <p:nvGrpSpPr>
          <p:cNvPr id="2027368138" name="Google Shape;528;p42"/>
          <p:cNvGrpSpPr/>
          <p:nvPr/>
        </p:nvGrpSpPr>
        <p:grpSpPr bwMode="auto">
          <a:xfrm>
            <a:off x="7078126" y="2381956"/>
            <a:ext cx="407598" cy="402075"/>
            <a:chOff x="6948349" y="2742024"/>
            <a:chExt cx="407598" cy="402075"/>
          </a:xfrm>
        </p:grpSpPr>
        <p:sp>
          <p:nvSpPr>
            <p:cNvPr id="1991332866" name="Google Shape;529;p42"/>
            <p:cNvSpPr/>
            <p:nvPr/>
          </p:nvSpPr>
          <p:spPr bwMode="auto">
            <a:xfrm>
              <a:off x="7175899" y="2975574"/>
              <a:ext cx="106599" cy="106599"/>
            </a:xfrm>
            <a:custGeom>
              <a:avLst/>
              <a:gdLst/>
              <a:ahLst/>
              <a:cxnLst/>
              <a:rect l="l" t="t" r="r" b="b"/>
              <a:pathLst>
                <a:path w="4264" h="4264" fill="norm" stroke="1" extrusionOk="0">
                  <a:moveTo>
                    <a:pt x="2132" y="519"/>
                  </a:moveTo>
                  <a:cubicBezTo>
                    <a:pt x="3054" y="519"/>
                    <a:pt x="3745" y="1210"/>
                    <a:pt x="3745" y="2132"/>
                  </a:cubicBezTo>
                  <a:cubicBezTo>
                    <a:pt x="3745" y="3054"/>
                    <a:pt x="3054" y="3745"/>
                    <a:pt x="2132" y="3745"/>
                  </a:cubicBezTo>
                  <a:cubicBezTo>
                    <a:pt x="1210" y="3745"/>
                    <a:pt x="519" y="3054"/>
                    <a:pt x="519" y="2132"/>
                  </a:cubicBezTo>
                  <a:cubicBezTo>
                    <a:pt x="519" y="1210"/>
                    <a:pt x="1210" y="519"/>
                    <a:pt x="2132" y="519"/>
                  </a:cubicBezTo>
                  <a:close/>
                  <a:moveTo>
                    <a:pt x="2132" y="1"/>
                  </a:moveTo>
                  <a:cubicBezTo>
                    <a:pt x="980" y="1"/>
                    <a:pt x="1" y="980"/>
                    <a:pt x="1" y="2132"/>
                  </a:cubicBezTo>
                  <a:cubicBezTo>
                    <a:pt x="1" y="3284"/>
                    <a:pt x="980" y="4264"/>
                    <a:pt x="2132" y="4264"/>
                  </a:cubicBezTo>
                  <a:cubicBezTo>
                    <a:pt x="3284" y="4264"/>
                    <a:pt x="4264" y="3284"/>
                    <a:pt x="4264" y="2132"/>
                  </a:cubicBezTo>
                  <a:cubicBezTo>
                    <a:pt x="4264" y="980"/>
                    <a:pt x="3284" y="1"/>
                    <a:pt x="21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91124297" name="Google Shape;530;p42"/>
            <p:cNvSpPr/>
            <p:nvPr/>
          </p:nvSpPr>
          <p:spPr bwMode="auto">
            <a:xfrm>
              <a:off x="7211899" y="2996249"/>
              <a:ext cx="34599" cy="64324"/>
            </a:xfrm>
            <a:custGeom>
              <a:avLst/>
              <a:gdLst/>
              <a:ahLst/>
              <a:cxnLst/>
              <a:rect l="l" t="t" r="r" b="b"/>
              <a:pathLst>
                <a:path w="1384" h="2573" fill="norm" stroke="1" extrusionOk="0">
                  <a:moveTo>
                    <a:pt x="693" y="0"/>
                  </a:moveTo>
                  <a:cubicBezTo>
                    <a:pt x="566" y="0"/>
                    <a:pt x="462" y="134"/>
                    <a:pt x="462" y="268"/>
                  </a:cubicBezTo>
                  <a:lnTo>
                    <a:pt x="462" y="326"/>
                  </a:lnTo>
                  <a:cubicBezTo>
                    <a:pt x="462" y="326"/>
                    <a:pt x="116" y="556"/>
                    <a:pt x="59" y="787"/>
                  </a:cubicBezTo>
                  <a:cubicBezTo>
                    <a:pt x="59" y="959"/>
                    <a:pt x="116" y="1132"/>
                    <a:pt x="289" y="1248"/>
                  </a:cubicBezTo>
                  <a:cubicBezTo>
                    <a:pt x="404" y="1363"/>
                    <a:pt x="577" y="1478"/>
                    <a:pt x="750" y="1536"/>
                  </a:cubicBezTo>
                  <a:cubicBezTo>
                    <a:pt x="865" y="1536"/>
                    <a:pt x="865" y="1593"/>
                    <a:pt x="865" y="1651"/>
                  </a:cubicBezTo>
                  <a:cubicBezTo>
                    <a:pt x="865" y="1708"/>
                    <a:pt x="807" y="1824"/>
                    <a:pt x="692" y="1824"/>
                  </a:cubicBezTo>
                  <a:cubicBezTo>
                    <a:pt x="519" y="1824"/>
                    <a:pt x="519" y="1824"/>
                    <a:pt x="404" y="1766"/>
                  </a:cubicBezTo>
                  <a:cubicBezTo>
                    <a:pt x="356" y="1742"/>
                    <a:pt x="299" y="1728"/>
                    <a:pt x="244" y="1728"/>
                  </a:cubicBezTo>
                  <a:cubicBezTo>
                    <a:pt x="166" y="1728"/>
                    <a:pt x="92" y="1756"/>
                    <a:pt x="59" y="1824"/>
                  </a:cubicBezTo>
                  <a:cubicBezTo>
                    <a:pt x="1" y="1939"/>
                    <a:pt x="59" y="2112"/>
                    <a:pt x="116" y="2169"/>
                  </a:cubicBezTo>
                  <a:cubicBezTo>
                    <a:pt x="231" y="2227"/>
                    <a:pt x="462" y="2285"/>
                    <a:pt x="462" y="2285"/>
                  </a:cubicBezTo>
                  <a:lnTo>
                    <a:pt x="462" y="2342"/>
                  </a:lnTo>
                  <a:cubicBezTo>
                    <a:pt x="462" y="2457"/>
                    <a:pt x="577" y="2573"/>
                    <a:pt x="692" y="2573"/>
                  </a:cubicBezTo>
                  <a:cubicBezTo>
                    <a:pt x="807" y="2573"/>
                    <a:pt x="923" y="2515"/>
                    <a:pt x="923" y="2342"/>
                  </a:cubicBezTo>
                  <a:lnTo>
                    <a:pt x="923" y="2285"/>
                  </a:lnTo>
                  <a:cubicBezTo>
                    <a:pt x="923" y="2285"/>
                    <a:pt x="1268" y="1996"/>
                    <a:pt x="1326" y="1766"/>
                  </a:cubicBezTo>
                  <a:cubicBezTo>
                    <a:pt x="1384" y="1420"/>
                    <a:pt x="1211" y="1190"/>
                    <a:pt x="923" y="1075"/>
                  </a:cubicBezTo>
                  <a:cubicBezTo>
                    <a:pt x="807" y="1017"/>
                    <a:pt x="577" y="959"/>
                    <a:pt x="577" y="902"/>
                  </a:cubicBezTo>
                  <a:cubicBezTo>
                    <a:pt x="519" y="844"/>
                    <a:pt x="577" y="787"/>
                    <a:pt x="635" y="787"/>
                  </a:cubicBezTo>
                  <a:cubicBezTo>
                    <a:pt x="673" y="767"/>
                    <a:pt x="711" y="761"/>
                    <a:pt x="746" y="761"/>
                  </a:cubicBezTo>
                  <a:cubicBezTo>
                    <a:pt x="814" y="761"/>
                    <a:pt x="865" y="787"/>
                    <a:pt x="865" y="787"/>
                  </a:cubicBezTo>
                  <a:cubicBezTo>
                    <a:pt x="865" y="787"/>
                    <a:pt x="942" y="863"/>
                    <a:pt x="1044" y="863"/>
                  </a:cubicBezTo>
                  <a:cubicBezTo>
                    <a:pt x="1096" y="863"/>
                    <a:pt x="1153" y="844"/>
                    <a:pt x="1211" y="787"/>
                  </a:cubicBezTo>
                  <a:cubicBezTo>
                    <a:pt x="1384" y="614"/>
                    <a:pt x="1153" y="441"/>
                    <a:pt x="1153" y="441"/>
                  </a:cubicBezTo>
                  <a:cubicBezTo>
                    <a:pt x="1096" y="383"/>
                    <a:pt x="923" y="326"/>
                    <a:pt x="923" y="326"/>
                  </a:cubicBezTo>
                  <a:lnTo>
                    <a:pt x="923" y="268"/>
                  </a:lnTo>
                  <a:cubicBezTo>
                    <a:pt x="923" y="153"/>
                    <a:pt x="865" y="38"/>
                    <a:pt x="807" y="38"/>
                  </a:cubicBezTo>
                  <a:cubicBezTo>
                    <a:pt x="769" y="12"/>
                    <a:pt x="730" y="0"/>
                    <a:pt x="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735766039" name="Google Shape;531;p42"/>
            <p:cNvSpPr/>
            <p:nvPr/>
          </p:nvSpPr>
          <p:spPr bwMode="auto">
            <a:xfrm>
              <a:off x="6948349" y="2742024"/>
              <a:ext cx="407598" cy="402075"/>
            </a:xfrm>
            <a:custGeom>
              <a:avLst/>
              <a:gdLst/>
              <a:ahLst/>
              <a:cxnLst/>
              <a:rect l="l" t="t" r="r" b="b"/>
              <a:pathLst>
                <a:path w="16304" h="16083" fill="norm" stroke="1" extrusionOk="0">
                  <a:moveTo>
                    <a:pt x="13942" y="1565"/>
                  </a:moveTo>
                  <a:lnTo>
                    <a:pt x="14057" y="2199"/>
                  </a:lnTo>
                  <a:cubicBezTo>
                    <a:pt x="14057" y="2314"/>
                    <a:pt x="14172" y="2372"/>
                    <a:pt x="14288" y="2372"/>
                  </a:cubicBezTo>
                  <a:lnTo>
                    <a:pt x="14921" y="2314"/>
                  </a:lnTo>
                  <a:lnTo>
                    <a:pt x="14518" y="2775"/>
                  </a:lnTo>
                  <a:cubicBezTo>
                    <a:pt x="14403" y="2833"/>
                    <a:pt x="14403" y="3005"/>
                    <a:pt x="14518" y="3063"/>
                  </a:cubicBezTo>
                  <a:lnTo>
                    <a:pt x="14921" y="3524"/>
                  </a:lnTo>
                  <a:lnTo>
                    <a:pt x="14288" y="3466"/>
                  </a:lnTo>
                  <a:cubicBezTo>
                    <a:pt x="14172" y="3466"/>
                    <a:pt x="14057" y="3582"/>
                    <a:pt x="14057" y="3697"/>
                  </a:cubicBezTo>
                  <a:lnTo>
                    <a:pt x="14000" y="4273"/>
                  </a:lnTo>
                  <a:lnTo>
                    <a:pt x="13654" y="3754"/>
                  </a:lnTo>
                  <a:cubicBezTo>
                    <a:pt x="13572" y="3714"/>
                    <a:pt x="13491" y="3673"/>
                    <a:pt x="13409" y="3673"/>
                  </a:cubicBezTo>
                  <a:cubicBezTo>
                    <a:pt x="13376" y="3673"/>
                    <a:pt x="13342" y="3680"/>
                    <a:pt x="13308" y="3697"/>
                  </a:cubicBezTo>
                  <a:lnTo>
                    <a:pt x="12847" y="4042"/>
                  </a:lnTo>
                  <a:lnTo>
                    <a:pt x="12963" y="3466"/>
                  </a:lnTo>
                  <a:cubicBezTo>
                    <a:pt x="13020" y="3351"/>
                    <a:pt x="12963" y="3178"/>
                    <a:pt x="12847" y="3178"/>
                  </a:cubicBezTo>
                  <a:lnTo>
                    <a:pt x="12271" y="2948"/>
                  </a:lnTo>
                  <a:lnTo>
                    <a:pt x="12847" y="2717"/>
                  </a:lnTo>
                  <a:cubicBezTo>
                    <a:pt x="12963" y="2660"/>
                    <a:pt x="13020" y="2545"/>
                    <a:pt x="12963" y="2429"/>
                  </a:cubicBezTo>
                  <a:lnTo>
                    <a:pt x="12790" y="1853"/>
                  </a:lnTo>
                  <a:lnTo>
                    <a:pt x="13308" y="2141"/>
                  </a:lnTo>
                  <a:cubicBezTo>
                    <a:pt x="13356" y="2165"/>
                    <a:pt x="13404" y="2179"/>
                    <a:pt x="13451" y="2179"/>
                  </a:cubicBezTo>
                  <a:cubicBezTo>
                    <a:pt x="13519" y="2179"/>
                    <a:pt x="13586" y="2151"/>
                    <a:pt x="13654" y="2084"/>
                  </a:cubicBezTo>
                  <a:lnTo>
                    <a:pt x="13942" y="1565"/>
                  </a:lnTo>
                  <a:close/>
                  <a:moveTo>
                    <a:pt x="7432" y="8997"/>
                  </a:moveTo>
                  <a:cubicBezTo>
                    <a:pt x="7317" y="9400"/>
                    <a:pt x="7029" y="9746"/>
                    <a:pt x="6625" y="9803"/>
                  </a:cubicBezTo>
                  <a:lnTo>
                    <a:pt x="6625" y="8997"/>
                  </a:lnTo>
                  <a:close/>
                  <a:moveTo>
                    <a:pt x="15786" y="8997"/>
                  </a:moveTo>
                  <a:lnTo>
                    <a:pt x="15786" y="9803"/>
                  </a:lnTo>
                  <a:cubicBezTo>
                    <a:pt x="15440" y="9746"/>
                    <a:pt x="15094" y="9400"/>
                    <a:pt x="15037" y="8997"/>
                  </a:cubicBezTo>
                  <a:close/>
                  <a:moveTo>
                    <a:pt x="6625" y="13087"/>
                  </a:moveTo>
                  <a:cubicBezTo>
                    <a:pt x="7029" y="13202"/>
                    <a:pt x="7317" y="13491"/>
                    <a:pt x="7432" y="13894"/>
                  </a:cubicBezTo>
                  <a:lnTo>
                    <a:pt x="6625" y="13894"/>
                  </a:lnTo>
                  <a:lnTo>
                    <a:pt x="6625" y="13087"/>
                  </a:lnTo>
                  <a:close/>
                  <a:moveTo>
                    <a:pt x="14518" y="9055"/>
                  </a:moveTo>
                  <a:cubicBezTo>
                    <a:pt x="14633" y="9688"/>
                    <a:pt x="15152" y="10207"/>
                    <a:pt x="15786" y="10322"/>
                  </a:cubicBezTo>
                  <a:lnTo>
                    <a:pt x="15786" y="12626"/>
                  </a:lnTo>
                  <a:cubicBezTo>
                    <a:pt x="15152" y="12742"/>
                    <a:pt x="14633" y="13260"/>
                    <a:pt x="14518" y="13894"/>
                  </a:cubicBezTo>
                  <a:lnTo>
                    <a:pt x="7893" y="13894"/>
                  </a:lnTo>
                  <a:cubicBezTo>
                    <a:pt x="7778" y="13260"/>
                    <a:pt x="7259" y="12742"/>
                    <a:pt x="6625" y="12626"/>
                  </a:cubicBezTo>
                  <a:lnTo>
                    <a:pt x="6625" y="10322"/>
                  </a:lnTo>
                  <a:cubicBezTo>
                    <a:pt x="7317" y="10207"/>
                    <a:pt x="7778" y="9688"/>
                    <a:pt x="7893" y="9055"/>
                  </a:cubicBezTo>
                  <a:close/>
                  <a:moveTo>
                    <a:pt x="15786" y="13087"/>
                  </a:moveTo>
                  <a:lnTo>
                    <a:pt x="15786" y="13894"/>
                  </a:lnTo>
                  <a:lnTo>
                    <a:pt x="15037" y="13894"/>
                  </a:lnTo>
                  <a:cubicBezTo>
                    <a:pt x="15094" y="13491"/>
                    <a:pt x="15440" y="13202"/>
                    <a:pt x="15786" y="13087"/>
                  </a:cubicBezTo>
                  <a:close/>
                  <a:moveTo>
                    <a:pt x="15786" y="14355"/>
                  </a:moveTo>
                  <a:lnTo>
                    <a:pt x="15786" y="14758"/>
                  </a:lnTo>
                  <a:lnTo>
                    <a:pt x="6625" y="14758"/>
                  </a:lnTo>
                  <a:lnTo>
                    <a:pt x="6625" y="14355"/>
                  </a:lnTo>
                  <a:close/>
                  <a:moveTo>
                    <a:pt x="11625" y="1"/>
                  </a:moveTo>
                  <a:cubicBezTo>
                    <a:pt x="10951" y="1"/>
                    <a:pt x="10284" y="332"/>
                    <a:pt x="9909" y="931"/>
                  </a:cubicBezTo>
                  <a:lnTo>
                    <a:pt x="8987" y="2429"/>
                  </a:lnTo>
                  <a:lnTo>
                    <a:pt x="7490" y="1508"/>
                  </a:lnTo>
                  <a:cubicBezTo>
                    <a:pt x="7351" y="1428"/>
                    <a:pt x="7192" y="1390"/>
                    <a:pt x="7034" y="1390"/>
                  </a:cubicBezTo>
                  <a:cubicBezTo>
                    <a:pt x="6732" y="1390"/>
                    <a:pt x="6431" y="1531"/>
                    <a:pt x="6280" y="1796"/>
                  </a:cubicBezTo>
                  <a:lnTo>
                    <a:pt x="5704" y="2717"/>
                  </a:lnTo>
                  <a:cubicBezTo>
                    <a:pt x="5128" y="2717"/>
                    <a:pt x="4609" y="2775"/>
                    <a:pt x="4033" y="2948"/>
                  </a:cubicBezTo>
                  <a:cubicBezTo>
                    <a:pt x="3776" y="3050"/>
                    <a:pt x="3885" y="3427"/>
                    <a:pt x="4116" y="3427"/>
                  </a:cubicBezTo>
                  <a:cubicBezTo>
                    <a:pt x="4144" y="3427"/>
                    <a:pt x="4174" y="3421"/>
                    <a:pt x="4206" y="3409"/>
                  </a:cubicBezTo>
                  <a:cubicBezTo>
                    <a:pt x="4724" y="3236"/>
                    <a:pt x="5300" y="3178"/>
                    <a:pt x="5819" y="3178"/>
                  </a:cubicBezTo>
                  <a:cubicBezTo>
                    <a:pt x="5934" y="3178"/>
                    <a:pt x="5992" y="3121"/>
                    <a:pt x="6049" y="3063"/>
                  </a:cubicBezTo>
                  <a:lnTo>
                    <a:pt x="6683" y="2026"/>
                  </a:lnTo>
                  <a:cubicBezTo>
                    <a:pt x="6757" y="1914"/>
                    <a:pt x="6880" y="1851"/>
                    <a:pt x="7004" y="1851"/>
                  </a:cubicBezTo>
                  <a:cubicBezTo>
                    <a:pt x="7072" y="1851"/>
                    <a:pt x="7140" y="1870"/>
                    <a:pt x="7201" y="1911"/>
                  </a:cubicBezTo>
                  <a:lnTo>
                    <a:pt x="10716" y="4042"/>
                  </a:lnTo>
                  <a:cubicBezTo>
                    <a:pt x="10889" y="4158"/>
                    <a:pt x="10946" y="4388"/>
                    <a:pt x="10831" y="4561"/>
                  </a:cubicBezTo>
                  <a:lnTo>
                    <a:pt x="10312" y="5367"/>
                  </a:lnTo>
                  <a:lnTo>
                    <a:pt x="7432" y="3582"/>
                  </a:lnTo>
                  <a:cubicBezTo>
                    <a:pt x="7397" y="3567"/>
                    <a:pt x="7362" y="3561"/>
                    <a:pt x="7329" y="3561"/>
                  </a:cubicBezTo>
                  <a:cubicBezTo>
                    <a:pt x="7094" y="3561"/>
                    <a:pt x="6942" y="3884"/>
                    <a:pt x="7144" y="3985"/>
                  </a:cubicBezTo>
                  <a:lnTo>
                    <a:pt x="10255" y="5886"/>
                  </a:lnTo>
                  <a:cubicBezTo>
                    <a:pt x="10658" y="6692"/>
                    <a:pt x="10889" y="7614"/>
                    <a:pt x="10831" y="8536"/>
                  </a:cubicBezTo>
                  <a:lnTo>
                    <a:pt x="6395" y="8536"/>
                  </a:lnTo>
                  <a:cubicBezTo>
                    <a:pt x="6280" y="8536"/>
                    <a:pt x="6165" y="8651"/>
                    <a:pt x="6165" y="8824"/>
                  </a:cubicBezTo>
                  <a:lnTo>
                    <a:pt x="6165" y="13318"/>
                  </a:lnTo>
                  <a:cubicBezTo>
                    <a:pt x="6056" y="13323"/>
                    <a:pt x="5948" y="13326"/>
                    <a:pt x="5841" y="13326"/>
                  </a:cubicBezTo>
                  <a:cubicBezTo>
                    <a:pt x="4866" y="13326"/>
                    <a:pt x="3942" y="13088"/>
                    <a:pt x="3111" y="12569"/>
                  </a:cubicBezTo>
                  <a:cubicBezTo>
                    <a:pt x="1959" y="11877"/>
                    <a:pt x="1152" y="10783"/>
                    <a:pt x="807" y="9458"/>
                  </a:cubicBezTo>
                  <a:cubicBezTo>
                    <a:pt x="519" y="8133"/>
                    <a:pt x="691" y="6750"/>
                    <a:pt x="1440" y="5598"/>
                  </a:cubicBezTo>
                  <a:cubicBezTo>
                    <a:pt x="1844" y="4907"/>
                    <a:pt x="2362" y="4388"/>
                    <a:pt x="3054" y="3927"/>
                  </a:cubicBezTo>
                  <a:cubicBezTo>
                    <a:pt x="3306" y="3826"/>
                    <a:pt x="3116" y="3503"/>
                    <a:pt x="2909" y="3503"/>
                  </a:cubicBezTo>
                  <a:cubicBezTo>
                    <a:pt x="2881" y="3503"/>
                    <a:pt x="2851" y="3510"/>
                    <a:pt x="2823" y="3524"/>
                  </a:cubicBezTo>
                  <a:cubicBezTo>
                    <a:pt x="2074" y="3985"/>
                    <a:pt x="1498" y="4619"/>
                    <a:pt x="1037" y="5367"/>
                  </a:cubicBezTo>
                  <a:cubicBezTo>
                    <a:pt x="231" y="6635"/>
                    <a:pt x="0" y="8133"/>
                    <a:pt x="346" y="9573"/>
                  </a:cubicBezTo>
                  <a:cubicBezTo>
                    <a:pt x="691" y="11013"/>
                    <a:pt x="1613" y="12223"/>
                    <a:pt x="2881" y="12972"/>
                  </a:cubicBezTo>
                  <a:cubicBezTo>
                    <a:pt x="3745" y="13491"/>
                    <a:pt x="4724" y="13779"/>
                    <a:pt x="5761" y="13779"/>
                  </a:cubicBezTo>
                  <a:lnTo>
                    <a:pt x="6165" y="13779"/>
                  </a:lnTo>
                  <a:lnTo>
                    <a:pt x="6165" y="15853"/>
                  </a:lnTo>
                  <a:cubicBezTo>
                    <a:pt x="6165" y="15968"/>
                    <a:pt x="6280" y="16083"/>
                    <a:pt x="6395" y="16083"/>
                  </a:cubicBezTo>
                  <a:lnTo>
                    <a:pt x="13366" y="16083"/>
                  </a:lnTo>
                  <a:cubicBezTo>
                    <a:pt x="13712" y="16083"/>
                    <a:pt x="13712" y="15622"/>
                    <a:pt x="13366" y="15622"/>
                  </a:cubicBezTo>
                  <a:lnTo>
                    <a:pt x="6683" y="15622"/>
                  </a:lnTo>
                  <a:lnTo>
                    <a:pt x="6683" y="15219"/>
                  </a:lnTo>
                  <a:lnTo>
                    <a:pt x="15843" y="15219"/>
                  </a:lnTo>
                  <a:lnTo>
                    <a:pt x="15843" y="15622"/>
                  </a:lnTo>
                  <a:lnTo>
                    <a:pt x="14806" y="15622"/>
                  </a:lnTo>
                  <a:cubicBezTo>
                    <a:pt x="14518" y="15622"/>
                    <a:pt x="14518" y="16083"/>
                    <a:pt x="14806" y="16083"/>
                  </a:cubicBezTo>
                  <a:lnTo>
                    <a:pt x="16074" y="16083"/>
                  </a:lnTo>
                  <a:cubicBezTo>
                    <a:pt x="16189" y="16083"/>
                    <a:pt x="16304" y="15968"/>
                    <a:pt x="16304" y="15853"/>
                  </a:cubicBezTo>
                  <a:lnTo>
                    <a:pt x="16304" y="8766"/>
                  </a:lnTo>
                  <a:cubicBezTo>
                    <a:pt x="16304" y="8651"/>
                    <a:pt x="16189" y="8536"/>
                    <a:pt x="16074" y="8536"/>
                  </a:cubicBezTo>
                  <a:lnTo>
                    <a:pt x="11292" y="8536"/>
                  </a:lnTo>
                  <a:cubicBezTo>
                    <a:pt x="11349" y="7557"/>
                    <a:pt x="11119" y="6577"/>
                    <a:pt x="10658" y="5713"/>
                  </a:cubicBezTo>
                  <a:lnTo>
                    <a:pt x="11234" y="4791"/>
                  </a:lnTo>
                  <a:cubicBezTo>
                    <a:pt x="11465" y="4388"/>
                    <a:pt x="11349" y="3870"/>
                    <a:pt x="10946" y="3639"/>
                  </a:cubicBezTo>
                  <a:lnTo>
                    <a:pt x="9391" y="2660"/>
                  </a:lnTo>
                  <a:lnTo>
                    <a:pt x="10312" y="1162"/>
                  </a:lnTo>
                  <a:cubicBezTo>
                    <a:pt x="10620" y="701"/>
                    <a:pt x="11132" y="445"/>
                    <a:pt x="11661" y="445"/>
                  </a:cubicBezTo>
                  <a:cubicBezTo>
                    <a:pt x="11926" y="445"/>
                    <a:pt x="12194" y="509"/>
                    <a:pt x="12444" y="643"/>
                  </a:cubicBezTo>
                  <a:cubicBezTo>
                    <a:pt x="12732" y="874"/>
                    <a:pt x="12963" y="1162"/>
                    <a:pt x="13078" y="1508"/>
                  </a:cubicBezTo>
                  <a:lnTo>
                    <a:pt x="12502" y="1162"/>
                  </a:lnTo>
                  <a:cubicBezTo>
                    <a:pt x="12464" y="1137"/>
                    <a:pt x="12423" y="1125"/>
                    <a:pt x="12383" y="1125"/>
                  </a:cubicBezTo>
                  <a:cubicBezTo>
                    <a:pt x="12242" y="1125"/>
                    <a:pt x="12111" y="1270"/>
                    <a:pt x="12156" y="1450"/>
                  </a:cubicBezTo>
                  <a:lnTo>
                    <a:pt x="12444" y="2372"/>
                  </a:lnTo>
                  <a:lnTo>
                    <a:pt x="11522" y="2717"/>
                  </a:lnTo>
                  <a:cubicBezTo>
                    <a:pt x="11349" y="2833"/>
                    <a:pt x="11349" y="3121"/>
                    <a:pt x="11522" y="3178"/>
                  </a:cubicBezTo>
                  <a:lnTo>
                    <a:pt x="12444" y="3524"/>
                  </a:lnTo>
                  <a:lnTo>
                    <a:pt x="12214" y="4446"/>
                  </a:lnTo>
                  <a:cubicBezTo>
                    <a:pt x="12169" y="4626"/>
                    <a:pt x="12264" y="4770"/>
                    <a:pt x="12418" y="4770"/>
                  </a:cubicBezTo>
                  <a:cubicBezTo>
                    <a:pt x="12461" y="4770"/>
                    <a:pt x="12509" y="4759"/>
                    <a:pt x="12559" y="4734"/>
                  </a:cubicBezTo>
                  <a:lnTo>
                    <a:pt x="13366" y="4215"/>
                  </a:lnTo>
                  <a:lnTo>
                    <a:pt x="13942" y="5022"/>
                  </a:lnTo>
                  <a:cubicBezTo>
                    <a:pt x="13987" y="5090"/>
                    <a:pt x="14060" y="5122"/>
                    <a:pt x="14131" y="5122"/>
                  </a:cubicBezTo>
                  <a:cubicBezTo>
                    <a:pt x="14240" y="5122"/>
                    <a:pt x="14345" y="5046"/>
                    <a:pt x="14345" y="4907"/>
                  </a:cubicBezTo>
                  <a:lnTo>
                    <a:pt x="14518" y="3985"/>
                  </a:lnTo>
                  <a:lnTo>
                    <a:pt x="15497" y="4042"/>
                  </a:lnTo>
                  <a:cubicBezTo>
                    <a:pt x="15670" y="4042"/>
                    <a:pt x="15786" y="3754"/>
                    <a:pt x="15670" y="3639"/>
                  </a:cubicBezTo>
                  <a:lnTo>
                    <a:pt x="14979" y="2890"/>
                  </a:lnTo>
                  <a:lnTo>
                    <a:pt x="15670" y="2199"/>
                  </a:lnTo>
                  <a:cubicBezTo>
                    <a:pt x="15786" y="2026"/>
                    <a:pt x="15670" y="1796"/>
                    <a:pt x="15440" y="1796"/>
                  </a:cubicBezTo>
                  <a:lnTo>
                    <a:pt x="14460" y="1853"/>
                  </a:lnTo>
                  <a:lnTo>
                    <a:pt x="14345" y="931"/>
                  </a:lnTo>
                  <a:cubicBezTo>
                    <a:pt x="14310" y="792"/>
                    <a:pt x="14191" y="716"/>
                    <a:pt x="14077" y="716"/>
                  </a:cubicBezTo>
                  <a:cubicBezTo>
                    <a:pt x="14002" y="716"/>
                    <a:pt x="13930" y="748"/>
                    <a:pt x="13884" y="816"/>
                  </a:cubicBezTo>
                  <a:lnTo>
                    <a:pt x="13539" y="1335"/>
                  </a:lnTo>
                  <a:cubicBezTo>
                    <a:pt x="13366" y="931"/>
                    <a:pt x="13078" y="528"/>
                    <a:pt x="12675" y="298"/>
                  </a:cubicBezTo>
                  <a:cubicBezTo>
                    <a:pt x="12352" y="96"/>
                    <a:pt x="11988" y="1"/>
                    <a:pt x="11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89576292" name="Google Shape;532;p42"/>
            <p:cNvSpPr/>
            <p:nvPr/>
          </p:nvSpPr>
          <p:spPr bwMode="auto">
            <a:xfrm>
              <a:off x="6977149" y="2878349"/>
              <a:ext cx="50649" cy="140324"/>
            </a:xfrm>
            <a:custGeom>
              <a:avLst/>
              <a:gdLst/>
              <a:ahLst/>
              <a:cxnLst/>
              <a:rect l="l" t="t" r="r" b="b"/>
              <a:pathLst>
                <a:path w="2026" h="5613" fill="norm" stroke="1" extrusionOk="0">
                  <a:moveTo>
                    <a:pt x="1671" y="1"/>
                  </a:moveTo>
                  <a:cubicBezTo>
                    <a:pt x="1613" y="1"/>
                    <a:pt x="1556" y="30"/>
                    <a:pt x="1498" y="87"/>
                  </a:cubicBezTo>
                  <a:cubicBezTo>
                    <a:pt x="0" y="1585"/>
                    <a:pt x="0" y="4062"/>
                    <a:pt x="1498" y="5560"/>
                  </a:cubicBezTo>
                  <a:cubicBezTo>
                    <a:pt x="1547" y="5597"/>
                    <a:pt x="1602" y="5613"/>
                    <a:pt x="1655" y="5613"/>
                  </a:cubicBezTo>
                  <a:cubicBezTo>
                    <a:pt x="1850" y="5613"/>
                    <a:pt x="2025" y="5396"/>
                    <a:pt x="1844" y="5215"/>
                  </a:cubicBezTo>
                  <a:cubicBezTo>
                    <a:pt x="519" y="3890"/>
                    <a:pt x="519" y="1758"/>
                    <a:pt x="1844" y="433"/>
                  </a:cubicBezTo>
                  <a:cubicBezTo>
                    <a:pt x="1959" y="318"/>
                    <a:pt x="1959" y="202"/>
                    <a:pt x="1844" y="87"/>
                  </a:cubicBezTo>
                  <a:cubicBezTo>
                    <a:pt x="1786" y="30"/>
                    <a:pt x="1729" y="1"/>
                    <a:pt x="16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699310275" name="Google Shape;533;p42"/>
          <p:cNvGrpSpPr/>
          <p:nvPr/>
        </p:nvGrpSpPr>
        <p:grpSpPr bwMode="auto">
          <a:xfrm>
            <a:off x="4380439" y="2382069"/>
            <a:ext cx="404724" cy="401850"/>
            <a:chOff x="2414374" y="2742249"/>
            <a:chExt cx="404724" cy="401850"/>
          </a:xfrm>
        </p:grpSpPr>
        <p:sp>
          <p:nvSpPr>
            <p:cNvPr id="315375742" name="Google Shape;534;p42"/>
            <p:cNvSpPr/>
            <p:nvPr/>
          </p:nvSpPr>
          <p:spPr bwMode="auto">
            <a:xfrm>
              <a:off x="2535349" y="2802749"/>
              <a:ext cx="41799" cy="11549"/>
            </a:xfrm>
            <a:custGeom>
              <a:avLst/>
              <a:gdLst/>
              <a:ahLst/>
              <a:cxnLst/>
              <a:rect l="l" t="t" r="r" b="b"/>
              <a:pathLst>
                <a:path w="1672" h="462" fill="norm" stroke="1" extrusionOk="0">
                  <a:moveTo>
                    <a:pt x="231" y="0"/>
                  </a:moveTo>
                  <a:cubicBezTo>
                    <a:pt x="116" y="0"/>
                    <a:pt x="0" y="58"/>
                    <a:pt x="0" y="231"/>
                  </a:cubicBezTo>
                  <a:cubicBezTo>
                    <a:pt x="0" y="346"/>
                    <a:pt x="58" y="461"/>
                    <a:pt x="231" y="461"/>
                  </a:cubicBezTo>
                  <a:lnTo>
                    <a:pt x="1441" y="461"/>
                  </a:lnTo>
                  <a:cubicBezTo>
                    <a:pt x="1556" y="461"/>
                    <a:pt x="1671" y="404"/>
                    <a:pt x="1671" y="288"/>
                  </a:cubicBezTo>
                  <a:cubicBezTo>
                    <a:pt x="1671" y="116"/>
                    <a:pt x="155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4037211" name="Google Shape;535;p42"/>
            <p:cNvSpPr/>
            <p:nvPr/>
          </p:nvSpPr>
          <p:spPr bwMode="auto">
            <a:xfrm>
              <a:off x="2535349" y="2834424"/>
              <a:ext cx="41799" cy="12999"/>
            </a:xfrm>
            <a:custGeom>
              <a:avLst/>
              <a:gdLst/>
              <a:ahLst/>
              <a:cxnLst/>
              <a:rect l="l" t="t" r="r" b="b"/>
              <a:pathLst>
                <a:path w="1672" h="520" fill="norm" stroke="1" extrusionOk="0">
                  <a:moveTo>
                    <a:pt x="231" y="1"/>
                  </a:moveTo>
                  <a:cubicBezTo>
                    <a:pt x="116" y="1"/>
                    <a:pt x="0" y="116"/>
                    <a:pt x="0" y="231"/>
                  </a:cubicBezTo>
                  <a:cubicBezTo>
                    <a:pt x="0" y="346"/>
                    <a:pt x="58" y="519"/>
                    <a:pt x="231" y="519"/>
                  </a:cubicBezTo>
                  <a:lnTo>
                    <a:pt x="1441" y="519"/>
                  </a:lnTo>
                  <a:cubicBezTo>
                    <a:pt x="1556" y="519"/>
                    <a:pt x="1671" y="404"/>
                    <a:pt x="1671" y="289"/>
                  </a:cubicBezTo>
                  <a:cubicBezTo>
                    <a:pt x="1671" y="116"/>
                    <a:pt x="1556" y="1"/>
                    <a:pt x="1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020270226" name="Google Shape;536;p42"/>
            <p:cNvSpPr/>
            <p:nvPr/>
          </p:nvSpPr>
          <p:spPr bwMode="auto">
            <a:xfrm>
              <a:off x="2535349" y="2867549"/>
              <a:ext cx="41799" cy="11549"/>
            </a:xfrm>
            <a:custGeom>
              <a:avLst/>
              <a:gdLst/>
              <a:ahLst/>
              <a:cxnLst/>
              <a:rect l="l" t="t" r="r" b="b"/>
              <a:pathLst>
                <a:path w="1672" h="462" fill="norm" stroke="1" extrusionOk="0">
                  <a:moveTo>
                    <a:pt x="231" y="1"/>
                  </a:moveTo>
                  <a:cubicBezTo>
                    <a:pt x="116" y="1"/>
                    <a:pt x="0" y="58"/>
                    <a:pt x="0" y="174"/>
                  </a:cubicBezTo>
                  <a:cubicBezTo>
                    <a:pt x="0" y="346"/>
                    <a:pt x="58" y="462"/>
                    <a:pt x="231" y="462"/>
                  </a:cubicBezTo>
                  <a:lnTo>
                    <a:pt x="1441" y="462"/>
                  </a:lnTo>
                  <a:cubicBezTo>
                    <a:pt x="1556" y="462"/>
                    <a:pt x="1671" y="346"/>
                    <a:pt x="1671" y="231"/>
                  </a:cubicBezTo>
                  <a:cubicBezTo>
                    <a:pt x="1671" y="116"/>
                    <a:pt x="1556" y="1"/>
                    <a:pt x="1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303753234" name="Google Shape;537;p42"/>
            <p:cNvSpPr/>
            <p:nvPr/>
          </p:nvSpPr>
          <p:spPr bwMode="auto">
            <a:xfrm>
              <a:off x="2535349" y="2899249"/>
              <a:ext cx="41799" cy="11549"/>
            </a:xfrm>
            <a:custGeom>
              <a:avLst/>
              <a:gdLst/>
              <a:ahLst/>
              <a:cxnLst/>
              <a:rect l="l" t="t" r="r" b="b"/>
              <a:pathLst>
                <a:path w="1672" h="462" fill="norm" stroke="1" extrusionOk="0">
                  <a:moveTo>
                    <a:pt x="231" y="0"/>
                  </a:moveTo>
                  <a:cubicBezTo>
                    <a:pt x="116" y="0"/>
                    <a:pt x="0" y="58"/>
                    <a:pt x="0" y="231"/>
                  </a:cubicBezTo>
                  <a:cubicBezTo>
                    <a:pt x="0" y="346"/>
                    <a:pt x="58" y="461"/>
                    <a:pt x="231" y="461"/>
                  </a:cubicBezTo>
                  <a:lnTo>
                    <a:pt x="1441" y="461"/>
                  </a:lnTo>
                  <a:cubicBezTo>
                    <a:pt x="1556" y="461"/>
                    <a:pt x="1671" y="403"/>
                    <a:pt x="1671" y="288"/>
                  </a:cubicBezTo>
                  <a:cubicBezTo>
                    <a:pt x="1671" y="115"/>
                    <a:pt x="155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20043795" name="Google Shape;538;p42"/>
            <p:cNvSpPr/>
            <p:nvPr/>
          </p:nvSpPr>
          <p:spPr bwMode="auto">
            <a:xfrm>
              <a:off x="2535349" y="2930924"/>
              <a:ext cx="41799" cy="11549"/>
            </a:xfrm>
            <a:custGeom>
              <a:avLst/>
              <a:gdLst/>
              <a:ahLst/>
              <a:cxnLst/>
              <a:rect l="l" t="t" r="r" b="b"/>
              <a:pathLst>
                <a:path w="1672" h="462" fill="norm" stroke="1" extrusionOk="0">
                  <a:moveTo>
                    <a:pt x="231" y="1"/>
                  </a:moveTo>
                  <a:cubicBezTo>
                    <a:pt x="116" y="1"/>
                    <a:pt x="0" y="58"/>
                    <a:pt x="0" y="173"/>
                  </a:cubicBezTo>
                  <a:cubicBezTo>
                    <a:pt x="0" y="346"/>
                    <a:pt x="58" y="462"/>
                    <a:pt x="231" y="462"/>
                  </a:cubicBezTo>
                  <a:lnTo>
                    <a:pt x="1441" y="462"/>
                  </a:lnTo>
                  <a:cubicBezTo>
                    <a:pt x="1556" y="462"/>
                    <a:pt x="1671" y="404"/>
                    <a:pt x="1671" y="231"/>
                  </a:cubicBezTo>
                  <a:cubicBezTo>
                    <a:pt x="1671" y="116"/>
                    <a:pt x="1556" y="1"/>
                    <a:pt x="1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91158654" name="Google Shape;539;p42"/>
            <p:cNvSpPr/>
            <p:nvPr/>
          </p:nvSpPr>
          <p:spPr bwMode="auto">
            <a:xfrm>
              <a:off x="2535349" y="2962624"/>
              <a:ext cx="41799" cy="11523"/>
            </a:xfrm>
            <a:custGeom>
              <a:avLst/>
              <a:gdLst/>
              <a:ahLst/>
              <a:cxnLst/>
              <a:rect l="l" t="t" r="r" b="b"/>
              <a:pathLst>
                <a:path w="1672" h="461" fill="norm" stroke="1" extrusionOk="0">
                  <a:moveTo>
                    <a:pt x="231" y="0"/>
                  </a:moveTo>
                  <a:cubicBezTo>
                    <a:pt x="116" y="0"/>
                    <a:pt x="0" y="115"/>
                    <a:pt x="0" y="231"/>
                  </a:cubicBezTo>
                  <a:cubicBezTo>
                    <a:pt x="0" y="346"/>
                    <a:pt x="58" y="461"/>
                    <a:pt x="231" y="461"/>
                  </a:cubicBezTo>
                  <a:lnTo>
                    <a:pt x="1441" y="461"/>
                  </a:lnTo>
                  <a:cubicBezTo>
                    <a:pt x="1556" y="461"/>
                    <a:pt x="1671" y="403"/>
                    <a:pt x="1671" y="288"/>
                  </a:cubicBezTo>
                  <a:cubicBezTo>
                    <a:pt x="1671" y="115"/>
                    <a:pt x="155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16062549" name="Google Shape;540;p42"/>
            <p:cNvSpPr/>
            <p:nvPr/>
          </p:nvSpPr>
          <p:spPr bwMode="auto">
            <a:xfrm>
              <a:off x="2535349" y="2995749"/>
              <a:ext cx="41799" cy="11523"/>
            </a:xfrm>
            <a:custGeom>
              <a:avLst/>
              <a:gdLst/>
              <a:ahLst/>
              <a:cxnLst/>
              <a:rect l="l" t="t" r="r" b="b"/>
              <a:pathLst>
                <a:path w="1672" h="461" fill="norm" stroke="1" extrusionOk="0">
                  <a:moveTo>
                    <a:pt x="231" y="0"/>
                  </a:moveTo>
                  <a:cubicBezTo>
                    <a:pt x="116" y="0"/>
                    <a:pt x="0" y="58"/>
                    <a:pt x="0" y="173"/>
                  </a:cubicBezTo>
                  <a:cubicBezTo>
                    <a:pt x="0" y="346"/>
                    <a:pt x="58" y="461"/>
                    <a:pt x="231" y="461"/>
                  </a:cubicBezTo>
                  <a:lnTo>
                    <a:pt x="1441" y="461"/>
                  </a:lnTo>
                  <a:cubicBezTo>
                    <a:pt x="1556" y="461"/>
                    <a:pt x="1671" y="346"/>
                    <a:pt x="1671" y="231"/>
                  </a:cubicBezTo>
                  <a:cubicBezTo>
                    <a:pt x="1671" y="115"/>
                    <a:pt x="155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845158521" name="Google Shape;541;p42"/>
            <p:cNvSpPr/>
            <p:nvPr/>
          </p:nvSpPr>
          <p:spPr bwMode="auto">
            <a:xfrm>
              <a:off x="2611674" y="2867549"/>
              <a:ext cx="41799" cy="11549"/>
            </a:xfrm>
            <a:custGeom>
              <a:avLst/>
              <a:gdLst/>
              <a:ahLst/>
              <a:cxnLst/>
              <a:rect l="l" t="t" r="r" b="b"/>
              <a:pathLst>
                <a:path w="1672" h="462" fill="norm" stroke="1" extrusionOk="0">
                  <a:moveTo>
                    <a:pt x="231" y="1"/>
                  </a:moveTo>
                  <a:cubicBezTo>
                    <a:pt x="116" y="1"/>
                    <a:pt x="1" y="58"/>
                    <a:pt x="1" y="174"/>
                  </a:cubicBezTo>
                  <a:cubicBezTo>
                    <a:pt x="1" y="346"/>
                    <a:pt x="116" y="462"/>
                    <a:pt x="231" y="462"/>
                  </a:cubicBezTo>
                  <a:lnTo>
                    <a:pt x="1441" y="462"/>
                  </a:lnTo>
                  <a:cubicBezTo>
                    <a:pt x="1556" y="462"/>
                    <a:pt x="1671" y="346"/>
                    <a:pt x="1671" y="231"/>
                  </a:cubicBezTo>
                  <a:cubicBezTo>
                    <a:pt x="1671" y="116"/>
                    <a:pt x="1556" y="1"/>
                    <a:pt x="1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59869588" name="Google Shape;542;p42"/>
            <p:cNvSpPr/>
            <p:nvPr/>
          </p:nvSpPr>
          <p:spPr bwMode="auto">
            <a:xfrm>
              <a:off x="2611674" y="2899249"/>
              <a:ext cx="41799" cy="11549"/>
            </a:xfrm>
            <a:custGeom>
              <a:avLst/>
              <a:gdLst/>
              <a:ahLst/>
              <a:cxnLst/>
              <a:rect l="l" t="t" r="r" b="b"/>
              <a:pathLst>
                <a:path w="1672" h="462" fill="norm" stroke="1" extrusionOk="0">
                  <a:moveTo>
                    <a:pt x="231" y="0"/>
                  </a:moveTo>
                  <a:cubicBezTo>
                    <a:pt x="116" y="0"/>
                    <a:pt x="1" y="58"/>
                    <a:pt x="1" y="231"/>
                  </a:cubicBezTo>
                  <a:cubicBezTo>
                    <a:pt x="1" y="346"/>
                    <a:pt x="116" y="461"/>
                    <a:pt x="231" y="461"/>
                  </a:cubicBezTo>
                  <a:lnTo>
                    <a:pt x="1441" y="461"/>
                  </a:lnTo>
                  <a:cubicBezTo>
                    <a:pt x="1556" y="461"/>
                    <a:pt x="1671" y="403"/>
                    <a:pt x="1671" y="288"/>
                  </a:cubicBezTo>
                  <a:cubicBezTo>
                    <a:pt x="1671" y="115"/>
                    <a:pt x="155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335850787" name="Google Shape;543;p42"/>
            <p:cNvSpPr/>
            <p:nvPr/>
          </p:nvSpPr>
          <p:spPr bwMode="auto">
            <a:xfrm>
              <a:off x="2461899" y="2904999"/>
              <a:ext cx="11549" cy="27399"/>
            </a:xfrm>
            <a:custGeom>
              <a:avLst/>
              <a:gdLst/>
              <a:ahLst/>
              <a:cxnLst/>
              <a:rect l="l" t="t" r="r" b="b"/>
              <a:pathLst>
                <a:path w="462" h="1096" fill="norm" stroke="1" extrusionOk="0">
                  <a:moveTo>
                    <a:pt x="173" y="1"/>
                  </a:moveTo>
                  <a:cubicBezTo>
                    <a:pt x="58" y="1"/>
                    <a:pt x="0" y="116"/>
                    <a:pt x="0" y="231"/>
                  </a:cubicBezTo>
                  <a:lnTo>
                    <a:pt x="0" y="807"/>
                  </a:lnTo>
                  <a:cubicBezTo>
                    <a:pt x="0" y="980"/>
                    <a:pt x="58" y="1038"/>
                    <a:pt x="173" y="1095"/>
                  </a:cubicBezTo>
                  <a:cubicBezTo>
                    <a:pt x="346" y="1095"/>
                    <a:pt x="461" y="980"/>
                    <a:pt x="461" y="865"/>
                  </a:cubicBezTo>
                  <a:lnTo>
                    <a:pt x="461" y="231"/>
                  </a:lnTo>
                  <a:cubicBezTo>
                    <a:pt x="461" y="116"/>
                    <a:pt x="346" y="1"/>
                    <a:pt x="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855362978" name="Google Shape;544;p42"/>
            <p:cNvSpPr/>
            <p:nvPr/>
          </p:nvSpPr>
          <p:spPr bwMode="auto">
            <a:xfrm>
              <a:off x="2484924" y="2904999"/>
              <a:ext cx="12999" cy="27399"/>
            </a:xfrm>
            <a:custGeom>
              <a:avLst/>
              <a:gdLst/>
              <a:ahLst/>
              <a:cxnLst/>
              <a:rect l="l" t="t" r="r" b="b"/>
              <a:pathLst>
                <a:path w="520" h="1096" fill="norm" stroke="1" extrusionOk="0">
                  <a:moveTo>
                    <a:pt x="231" y="1"/>
                  </a:moveTo>
                  <a:cubicBezTo>
                    <a:pt x="116" y="1"/>
                    <a:pt x="1" y="116"/>
                    <a:pt x="1" y="231"/>
                  </a:cubicBezTo>
                  <a:lnTo>
                    <a:pt x="1" y="807"/>
                  </a:lnTo>
                  <a:cubicBezTo>
                    <a:pt x="1" y="980"/>
                    <a:pt x="116" y="1038"/>
                    <a:pt x="231" y="1095"/>
                  </a:cubicBezTo>
                  <a:cubicBezTo>
                    <a:pt x="404" y="1095"/>
                    <a:pt x="519" y="980"/>
                    <a:pt x="519" y="865"/>
                  </a:cubicBezTo>
                  <a:lnTo>
                    <a:pt x="519" y="231"/>
                  </a:lnTo>
                  <a:cubicBezTo>
                    <a:pt x="519" y="116"/>
                    <a:pt x="404" y="1"/>
                    <a:pt x="2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865841611" name="Google Shape;545;p42"/>
            <p:cNvSpPr/>
            <p:nvPr/>
          </p:nvSpPr>
          <p:spPr bwMode="auto">
            <a:xfrm>
              <a:off x="2461899" y="2944948"/>
              <a:ext cx="11549" cy="26325"/>
            </a:xfrm>
            <a:custGeom>
              <a:avLst/>
              <a:gdLst/>
              <a:ahLst/>
              <a:cxnLst/>
              <a:rect l="l" t="t" r="r" b="b"/>
              <a:pathLst>
                <a:path w="462" h="1053" fill="norm" stroke="1" extrusionOk="0">
                  <a:moveTo>
                    <a:pt x="259" y="1"/>
                  </a:moveTo>
                  <a:cubicBezTo>
                    <a:pt x="232" y="1"/>
                    <a:pt x="204" y="6"/>
                    <a:pt x="173" y="16"/>
                  </a:cubicBezTo>
                  <a:cubicBezTo>
                    <a:pt x="58" y="16"/>
                    <a:pt x="0" y="131"/>
                    <a:pt x="0" y="246"/>
                  </a:cubicBezTo>
                  <a:lnTo>
                    <a:pt x="0" y="822"/>
                  </a:lnTo>
                  <a:cubicBezTo>
                    <a:pt x="0" y="938"/>
                    <a:pt x="58" y="1053"/>
                    <a:pt x="173" y="1053"/>
                  </a:cubicBezTo>
                  <a:cubicBezTo>
                    <a:pt x="346" y="1053"/>
                    <a:pt x="461" y="995"/>
                    <a:pt x="461" y="822"/>
                  </a:cubicBezTo>
                  <a:lnTo>
                    <a:pt x="461" y="246"/>
                  </a:lnTo>
                  <a:cubicBezTo>
                    <a:pt x="461" y="104"/>
                    <a:pt x="383" y="1"/>
                    <a:pt x="2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904738215" name="Google Shape;546;p42"/>
            <p:cNvSpPr/>
            <p:nvPr/>
          </p:nvSpPr>
          <p:spPr bwMode="auto">
            <a:xfrm>
              <a:off x="2484924" y="2944948"/>
              <a:ext cx="12999" cy="26325"/>
            </a:xfrm>
            <a:custGeom>
              <a:avLst/>
              <a:gdLst/>
              <a:ahLst/>
              <a:cxnLst/>
              <a:rect l="l" t="t" r="r" b="b"/>
              <a:pathLst>
                <a:path w="520" h="1053" fill="norm" stroke="1" extrusionOk="0">
                  <a:moveTo>
                    <a:pt x="318" y="1"/>
                  </a:moveTo>
                  <a:cubicBezTo>
                    <a:pt x="291" y="1"/>
                    <a:pt x="262" y="6"/>
                    <a:pt x="231" y="16"/>
                  </a:cubicBezTo>
                  <a:cubicBezTo>
                    <a:pt x="116" y="16"/>
                    <a:pt x="1" y="131"/>
                    <a:pt x="1" y="246"/>
                  </a:cubicBezTo>
                  <a:lnTo>
                    <a:pt x="1" y="822"/>
                  </a:lnTo>
                  <a:cubicBezTo>
                    <a:pt x="1" y="938"/>
                    <a:pt x="116" y="1053"/>
                    <a:pt x="231" y="1053"/>
                  </a:cubicBezTo>
                  <a:cubicBezTo>
                    <a:pt x="404" y="1053"/>
                    <a:pt x="519" y="995"/>
                    <a:pt x="519" y="822"/>
                  </a:cubicBezTo>
                  <a:lnTo>
                    <a:pt x="519" y="246"/>
                  </a:lnTo>
                  <a:cubicBezTo>
                    <a:pt x="519" y="104"/>
                    <a:pt x="441" y="1"/>
                    <a:pt x="3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38639421" name="Google Shape;547;p42"/>
            <p:cNvSpPr/>
            <p:nvPr/>
          </p:nvSpPr>
          <p:spPr bwMode="auto">
            <a:xfrm>
              <a:off x="2461899" y="2984224"/>
              <a:ext cx="11549" cy="27374"/>
            </a:xfrm>
            <a:custGeom>
              <a:avLst/>
              <a:gdLst/>
              <a:ahLst/>
              <a:cxnLst/>
              <a:rect l="l" t="t" r="r" b="b"/>
              <a:pathLst>
                <a:path w="462" h="1095" fill="norm" stroke="1" extrusionOk="0">
                  <a:moveTo>
                    <a:pt x="173" y="0"/>
                  </a:moveTo>
                  <a:cubicBezTo>
                    <a:pt x="58" y="0"/>
                    <a:pt x="0" y="115"/>
                    <a:pt x="0" y="231"/>
                  </a:cubicBezTo>
                  <a:lnTo>
                    <a:pt x="0" y="807"/>
                  </a:lnTo>
                  <a:cubicBezTo>
                    <a:pt x="0" y="980"/>
                    <a:pt x="58" y="1037"/>
                    <a:pt x="173" y="1095"/>
                  </a:cubicBezTo>
                  <a:cubicBezTo>
                    <a:pt x="346" y="1095"/>
                    <a:pt x="461" y="980"/>
                    <a:pt x="461" y="864"/>
                  </a:cubicBezTo>
                  <a:lnTo>
                    <a:pt x="461" y="231"/>
                  </a:lnTo>
                  <a:cubicBezTo>
                    <a:pt x="461" y="115"/>
                    <a:pt x="346" y="0"/>
                    <a:pt x="1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56014329" name="Google Shape;548;p42"/>
            <p:cNvSpPr/>
            <p:nvPr/>
          </p:nvSpPr>
          <p:spPr bwMode="auto">
            <a:xfrm>
              <a:off x="2484924" y="2984224"/>
              <a:ext cx="12999" cy="27374"/>
            </a:xfrm>
            <a:custGeom>
              <a:avLst/>
              <a:gdLst/>
              <a:ahLst/>
              <a:cxnLst/>
              <a:rect l="l" t="t" r="r" b="b"/>
              <a:pathLst>
                <a:path w="520" h="1095" fill="norm" stroke="1" extrusionOk="0">
                  <a:moveTo>
                    <a:pt x="231" y="0"/>
                  </a:moveTo>
                  <a:cubicBezTo>
                    <a:pt x="116" y="0"/>
                    <a:pt x="1" y="115"/>
                    <a:pt x="1" y="231"/>
                  </a:cubicBezTo>
                  <a:lnTo>
                    <a:pt x="1" y="807"/>
                  </a:lnTo>
                  <a:cubicBezTo>
                    <a:pt x="1" y="980"/>
                    <a:pt x="116" y="1037"/>
                    <a:pt x="231" y="1095"/>
                  </a:cubicBezTo>
                  <a:cubicBezTo>
                    <a:pt x="404" y="1095"/>
                    <a:pt x="519" y="980"/>
                    <a:pt x="519" y="864"/>
                  </a:cubicBezTo>
                  <a:lnTo>
                    <a:pt x="519" y="231"/>
                  </a:lnTo>
                  <a:cubicBezTo>
                    <a:pt x="519" y="115"/>
                    <a:pt x="404" y="0"/>
                    <a:pt x="2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889970358" name="Google Shape;549;p42"/>
            <p:cNvSpPr/>
            <p:nvPr/>
          </p:nvSpPr>
          <p:spPr bwMode="auto">
            <a:xfrm>
              <a:off x="2414374" y="2742249"/>
              <a:ext cx="404724" cy="401850"/>
            </a:xfrm>
            <a:custGeom>
              <a:avLst/>
              <a:gdLst/>
              <a:ahLst/>
              <a:cxnLst/>
              <a:rect l="l" t="t" r="r" b="b"/>
              <a:pathLst>
                <a:path w="16189" h="16074" fill="norm" stroke="1" extrusionOk="0">
                  <a:moveTo>
                    <a:pt x="6395" y="462"/>
                  </a:moveTo>
                  <a:lnTo>
                    <a:pt x="6395" y="1153"/>
                  </a:lnTo>
                  <a:lnTo>
                    <a:pt x="4897" y="1153"/>
                  </a:lnTo>
                  <a:lnTo>
                    <a:pt x="4897" y="462"/>
                  </a:lnTo>
                  <a:close/>
                  <a:moveTo>
                    <a:pt x="12201" y="5184"/>
                  </a:moveTo>
                  <a:cubicBezTo>
                    <a:pt x="12340" y="5184"/>
                    <a:pt x="12475" y="5258"/>
                    <a:pt x="12502" y="5416"/>
                  </a:cubicBezTo>
                  <a:lnTo>
                    <a:pt x="12502" y="7663"/>
                  </a:lnTo>
                  <a:lnTo>
                    <a:pt x="11868" y="7663"/>
                  </a:lnTo>
                  <a:lnTo>
                    <a:pt x="11868" y="5474"/>
                  </a:lnTo>
                  <a:cubicBezTo>
                    <a:pt x="11868" y="5287"/>
                    <a:pt x="12037" y="5184"/>
                    <a:pt x="12201" y="5184"/>
                  </a:cubicBezTo>
                  <a:close/>
                  <a:moveTo>
                    <a:pt x="13268" y="4733"/>
                  </a:moveTo>
                  <a:cubicBezTo>
                    <a:pt x="13407" y="4733"/>
                    <a:pt x="13539" y="4875"/>
                    <a:pt x="13539" y="5070"/>
                  </a:cubicBezTo>
                  <a:lnTo>
                    <a:pt x="13539" y="7663"/>
                  </a:lnTo>
                  <a:lnTo>
                    <a:pt x="12963" y="7663"/>
                  </a:lnTo>
                  <a:lnTo>
                    <a:pt x="12963" y="5013"/>
                  </a:lnTo>
                  <a:cubicBezTo>
                    <a:pt x="12963" y="4955"/>
                    <a:pt x="13020" y="4898"/>
                    <a:pt x="13078" y="4840"/>
                  </a:cubicBezTo>
                  <a:cubicBezTo>
                    <a:pt x="13134" y="4766"/>
                    <a:pt x="13201" y="4733"/>
                    <a:pt x="13268" y="4733"/>
                  </a:cubicBezTo>
                  <a:close/>
                  <a:moveTo>
                    <a:pt x="14345" y="5186"/>
                  </a:moveTo>
                  <a:cubicBezTo>
                    <a:pt x="14518" y="5186"/>
                    <a:pt x="14633" y="5358"/>
                    <a:pt x="14633" y="5474"/>
                  </a:cubicBezTo>
                  <a:lnTo>
                    <a:pt x="14633" y="7663"/>
                  </a:lnTo>
                  <a:lnTo>
                    <a:pt x="14057" y="7663"/>
                  </a:lnTo>
                  <a:lnTo>
                    <a:pt x="14057" y="5474"/>
                  </a:lnTo>
                  <a:cubicBezTo>
                    <a:pt x="14057" y="5301"/>
                    <a:pt x="14172" y="5186"/>
                    <a:pt x="14345" y="5186"/>
                  </a:cubicBezTo>
                  <a:close/>
                  <a:moveTo>
                    <a:pt x="8699" y="8124"/>
                  </a:moveTo>
                  <a:cubicBezTo>
                    <a:pt x="8642" y="8354"/>
                    <a:pt x="8526" y="8469"/>
                    <a:pt x="8296" y="8527"/>
                  </a:cubicBezTo>
                  <a:lnTo>
                    <a:pt x="8354" y="8124"/>
                  </a:lnTo>
                  <a:close/>
                  <a:moveTo>
                    <a:pt x="14633" y="8124"/>
                  </a:moveTo>
                  <a:lnTo>
                    <a:pt x="14633" y="8527"/>
                  </a:lnTo>
                  <a:cubicBezTo>
                    <a:pt x="14518" y="8469"/>
                    <a:pt x="14460" y="8469"/>
                    <a:pt x="14403" y="8354"/>
                  </a:cubicBezTo>
                  <a:cubicBezTo>
                    <a:pt x="14288" y="8297"/>
                    <a:pt x="14288" y="8239"/>
                    <a:pt x="14230" y="8124"/>
                  </a:cubicBezTo>
                  <a:close/>
                  <a:moveTo>
                    <a:pt x="11465" y="8873"/>
                  </a:moveTo>
                  <a:cubicBezTo>
                    <a:pt x="11753" y="8873"/>
                    <a:pt x="12041" y="9046"/>
                    <a:pt x="12214" y="9334"/>
                  </a:cubicBezTo>
                  <a:cubicBezTo>
                    <a:pt x="12329" y="9449"/>
                    <a:pt x="12386" y="9622"/>
                    <a:pt x="12386" y="9794"/>
                  </a:cubicBezTo>
                  <a:cubicBezTo>
                    <a:pt x="12386" y="10313"/>
                    <a:pt x="11983" y="10716"/>
                    <a:pt x="11465" y="10716"/>
                  </a:cubicBezTo>
                  <a:cubicBezTo>
                    <a:pt x="10946" y="10716"/>
                    <a:pt x="10543" y="10313"/>
                    <a:pt x="10543" y="9794"/>
                  </a:cubicBezTo>
                  <a:cubicBezTo>
                    <a:pt x="10543" y="9276"/>
                    <a:pt x="10946" y="8873"/>
                    <a:pt x="11465" y="8873"/>
                  </a:cubicBezTo>
                  <a:close/>
                  <a:moveTo>
                    <a:pt x="8354" y="11062"/>
                  </a:moveTo>
                  <a:cubicBezTo>
                    <a:pt x="8526" y="11119"/>
                    <a:pt x="8642" y="11235"/>
                    <a:pt x="8699" y="11408"/>
                  </a:cubicBezTo>
                  <a:lnTo>
                    <a:pt x="8354" y="11408"/>
                  </a:lnTo>
                  <a:lnTo>
                    <a:pt x="8354" y="11062"/>
                  </a:lnTo>
                  <a:close/>
                  <a:moveTo>
                    <a:pt x="14633" y="11004"/>
                  </a:moveTo>
                  <a:lnTo>
                    <a:pt x="14633" y="11408"/>
                  </a:lnTo>
                  <a:lnTo>
                    <a:pt x="14230" y="11408"/>
                  </a:lnTo>
                  <a:cubicBezTo>
                    <a:pt x="14288" y="11235"/>
                    <a:pt x="14460" y="11119"/>
                    <a:pt x="14633" y="11004"/>
                  </a:cubicBezTo>
                  <a:close/>
                  <a:moveTo>
                    <a:pt x="3860" y="5819"/>
                  </a:moveTo>
                  <a:lnTo>
                    <a:pt x="3860" y="11465"/>
                  </a:lnTo>
                  <a:lnTo>
                    <a:pt x="1325" y="11465"/>
                  </a:lnTo>
                  <a:lnTo>
                    <a:pt x="1325" y="5819"/>
                  </a:lnTo>
                  <a:close/>
                  <a:moveTo>
                    <a:pt x="10024" y="4149"/>
                  </a:moveTo>
                  <a:lnTo>
                    <a:pt x="10024" y="7663"/>
                  </a:lnTo>
                  <a:lnTo>
                    <a:pt x="8987" y="7720"/>
                  </a:lnTo>
                  <a:lnTo>
                    <a:pt x="8123" y="7663"/>
                  </a:lnTo>
                  <a:cubicBezTo>
                    <a:pt x="8123" y="7663"/>
                    <a:pt x="7835" y="7778"/>
                    <a:pt x="7835" y="7893"/>
                  </a:cubicBezTo>
                  <a:lnTo>
                    <a:pt x="7835" y="10774"/>
                  </a:lnTo>
                  <a:lnTo>
                    <a:pt x="7893" y="10774"/>
                  </a:lnTo>
                  <a:lnTo>
                    <a:pt x="7893" y="11465"/>
                  </a:lnTo>
                  <a:lnTo>
                    <a:pt x="7432" y="11465"/>
                  </a:lnTo>
                  <a:lnTo>
                    <a:pt x="7432" y="4149"/>
                  </a:lnTo>
                  <a:close/>
                  <a:moveTo>
                    <a:pt x="13711" y="8124"/>
                  </a:moveTo>
                  <a:cubicBezTo>
                    <a:pt x="13769" y="8354"/>
                    <a:pt x="13884" y="8527"/>
                    <a:pt x="14057" y="8700"/>
                  </a:cubicBezTo>
                  <a:cubicBezTo>
                    <a:pt x="14230" y="8873"/>
                    <a:pt x="14403" y="8988"/>
                    <a:pt x="14633" y="9046"/>
                  </a:cubicBezTo>
                  <a:lnTo>
                    <a:pt x="14633" y="10543"/>
                  </a:lnTo>
                  <a:cubicBezTo>
                    <a:pt x="14172" y="10659"/>
                    <a:pt x="13827" y="11004"/>
                    <a:pt x="13711" y="11465"/>
                  </a:cubicBezTo>
                  <a:lnTo>
                    <a:pt x="10946" y="11465"/>
                  </a:lnTo>
                  <a:cubicBezTo>
                    <a:pt x="10916" y="11470"/>
                    <a:pt x="10886" y="11473"/>
                    <a:pt x="10857" y="11473"/>
                  </a:cubicBezTo>
                  <a:cubicBezTo>
                    <a:pt x="10552" y="11473"/>
                    <a:pt x="10307" y="11210"/>
                    <a:pt x="10255" y="10947"/>
                  </a:cubicBezTo>
                  <a:lnTo>
                    <a:pt x="10255" y="10486"/>
                  </a:lnTo>
                  <a:cubicBezTo>
                    <a:pt x="10485" y="10889"/>
                    <a:pt x="11004" y="11177"/>
                    <a:pt x="11465" y="11177"/>
                  </a:cubicBezTo>
                  <a:cubicBezTo>
                    <a:pt x="12271" y="11177"/>
                    <a:pt x="12905" y="10601"/>
                    <a:pt x="12905" y="9794"/>
                  </a:cubicBezTo>
                  <a:cubicBezTo>
                    <a:pt x="12905" y="9564"/>
                    <a:pt x="12790" y="9276"/>
                    <a:pt x="12674" y="9046"/>
                  </a:cubicBezTo>
                  <a:cubicBezTo>
                    <a:pt x="12386" y="8642"/>
                    <a:pt x="11983" y="8412"/>
                    <a:pt x="11465" y="8412"/>
                  </a:cubicBezTo>
                  <a:lnTo>
                    <a:pt x="11407" y="8412"/>
                  </a:lnTo>
                  <a:cubicBezTo>
                    <a:pt x="10773" y="8412"/>
                    <a:pt x="10197" y="8873"/>
                    <a:pt x="10082" y="9506"/>
                  </a:cubicBezTo>
                  <a:cubicBezTo>
                    <a:pt x="9967" y="9276"/>
                    <a:pt x="9679" y="9161"/>
                    <a:pt x="9448" y="9161"/>
                  </a:cubicBezTo>
                  <a:cubicBezTo>
                    <a:pt x="8987" y="9161"/>
                    <a:pt x="8642" y="9506"/>
                    <a:pt x="8642" y="9967"/>
                  </a:cubicBezTo>
                  <a:lnTo>
                    <a:pt x="8642" y="10659"/>
                  </a:lnTo>
                  <a:cubicBezTo>
                    <a:pt x="8584" y="10601"/>
                    <a:pt x="8469" y="10601"/>
                    <a:pt x="8354" y="10543"/>
                  </a:cubicBezTo>
                  <a:lnTo>
                    <a:pt x="8354" y="9046"/>
                  </a:lnTo>
                  <a:cubicBezTo>
                    <a:pt x="8757" y="8930"/>
                    <a:pt x="9103" y="8585"/>
                    <a:pt x="9218" y="8124"/>
                  </a:cubicBezTo>
                  <a:close/>
                  <a:moveTo>
                    <a:pt x="15411" y="7188"/>
                  </a:moveTo>
                  <a:cubicBezTo>
                    <a:pt x="15569" y="7188"/>
                    <a:pt x="15728" y="7288"/>
                    <a:pt x="15728" y="7490"/>
                  </a:cubicBezTo>
                  <a:lnTo>
                    <a:pt x="15728" y="10659"/>
                  </a:lnTo>
                  <a:cubicBezTo>
                    <a:pt x="15728" y="11408"/>
                    <a:pt x="15440" y="12156"/>
                    <a:pt x="14979" y="12733"/>
                  </a:cubicBezTo>
                  <a:cubicBezTo>
                    <a:pt x="14806" y="13021"/>
                    <a:pt x="14691" y="13309"/>
                    <a:pt x="14691" y="13654"/>
                  </a:cubicBezTo>
                  <a:lnTo>
                    <a:pt x="14691" y="13770"/>
                  </a:lnTo>
                  <a:lnTo>
                    <a:pt x="14691" y="13827"/>
                  </a:lnTo>
                  <a:lnTo>
                    <a:pt x="11349" y="13827"/>
                  </a:lnTo>
                  <a:lnTo>
                    <a:pt x="11349" y="13712"/>
                  </a:lnTo>
                  <a:cubicBezTo>
                    <a:pt x="11349" y="13193"/>
                    <a:pt x="11119" y="12848"/>
                    <a:pt x="10658" y="12675"/>
                  </a:cubicBezTo>
                  <a:cubicBezTo>
                    <a:pt x="9852" y="12387"/>
                    <a:pt x="9218" y="11868"/>
                    <a:pt x="9160" y="11235"/>
                  </a:cubicBezTo>
                  <a:cubicBezTo>
                    <a:pt x="9160" y="11119"/>
                    <a:pt x="9103" y="11004"/>
                    <a:pt x="9103" y="10889"/>
                  </a:cubicBezTo>
                  <a:lnTo>
                    <a:pt x="9103" y="9967"/>
                  </a:lnTo>
                  <a:cubicBezTo>
                    <a:pt x="9103" y="9737"/>
                    <a:pt x="9275" y="9622"/>
                    <a:pt x="9448" y="9622"/>
                  </a:cubicBezTo>
                  <a:cubicBezTo>
                    <a:pt x="9621" y="9622"/>
                    <a:pt x="9794" y="9737"/>
                    <a:pt x="9794" y="9967"/>
                  </a:cubicBezTo>
                  <a:lnTo>
                    <a:pt x="9794" y="10889"/>
                  </a:lnTo>
                  <a:cubicBezTo>
                    <a:pt x="9794" y="11465"/>
                    <a:pt x="10312" y="11926"/>
                    <a:pt x="10889" y="11926"/>
                  </a:cubicBezTo>
                  <a:lnTo>
                    <a:pt x="14864" y="11926"/>
                  </a:lnTo>
                  <a:cubicBezTo>
                    <a:pt x="14979" y="11926"/>
                    <a:pt x="15094" y="11811"/>
                    <a:pt x="15094" y="11696"/>
                  </a:cubicBezTo>
                  <a:lnTo>
                    <a:pt x="15094" y="7490"/>
                  </a:lnTo>
                  <a:cubicBezTo>
                    <a:pt x="15094" y="7288"/>
                    <a:pt x="15253" y="7188"/>
                    <a:pt x="15411" y="7188"/>
                  </a:cubicBezTo>
                  <a:close/>
                  <a:moveTo>
                    <a:pt x="4667" y="1"/>
                  </a:moveTo>
                  <a:cubicBezTo>
                    <a:pt x="4551" y="1"/>
                    <a:pt x="4436" y="116"/>
                    <a:pt x="4436" y="231"/>
                  </a:cubicBezTo>
                  <a:lnTo>
                    <a:pt x="4436" y="1153"/>
                  </a:lnTo>
                  <a:lnTo>
                    <a:pt x="4090" y="1153"/>
                  </a:lnTo>
                  <a:cubicBezTo>
                    <a:pt x="3975" y="1153"/>
                    <a:pt x="3860" y="1268"/>
                    <a:pt x="3860" y="1383"/>
                  </a:cubicBezTo>
                  <a:lnTo>
                    <a:pt x="3860" y="2651"/>
                  </a:lnTo>
                  <a:cubicBezTo>
                    <a:pt x="3860" y="2788"/>
                    <a:pt x="3978" y="2860"/>
                    <a:pt x="4095" y="2860"/>
                  </a:cubicBezTo>
                  <a:cubicBezTo>
                    <a:pt x="4224" y="2860"/>
                    <a:pt x="4351" y="2774"/>
                    <a:pt x="4321" y="2593"/>
                  </a:cubicBezTo>
                  <a:lnTo>
                    <a:pt x="4321" y="1671"/>
                  </a:lnTo>
                  <a:lnTo>
                    <a:pt x="6913" y="1671"/>
                  </a:lnTo>
                  <a:lnTo>
                    <a:pt x="6913" y="11465"/>
                  </a:lnTo>
                  <a:lnTo>
                    <a:pt x="4321" y="11465"/>
                  </a:lnTo>
                  <a:lnTo>
                    <a:pt x="4321" y="5589"/>
                  </a:lnTo>
                  <a:lnTo>
                    <a:pt x="4321" y="5531"/>
                  </a:lnTo>
                  <a:lnTo>
                    <a:pt x="4321" y="3918"/>
                  </a:lnTo>
                  <a:cubicBezTo>
                    <a:pt x="4353" y="3755"/>
                    <a:pt x="4201" y="3647"/>
                    <a:pt x="4063" y="3647"/>
                  </a:cubicBezTo>
                  <a:cubicBezTo>
                    <a:pt x="3958" y="3647"/>
                    <a:pt x="3860" y="3711"/>
                    <a:pt x="3860" y="3861"/>
                  </a:cubicBezTo>
                  <a:lnTo>
                    <a:pt x="3860" y="5358"/>
                  </a:lnTo>
                  <a:lnTo>
                    <a:pt x="1037" y="5358"/>
                  </a:lnTo>
                  <a:cubicBezTo>
                    <a:pt x="922" y="5358"/>
                    <a:pt x="807" y="5474"/>
                    <a:pt x="807" y="5589"/>
                  </a:cubicBezTo>
                  <a:lnTo>
                    <a:pt x="807" y="11465"/>
                  </a:lnTo>
                  <a:lnTo>
                    <a:pt x="288" y="11465"/>
                  </a:lnTo>
                  <a:cubicBezTo>
                    <a:pt x="0" y="11465"/>
                    <a:pt x="0" y="11926"/>
                    <a:pt x="288" y="11926"/>
                  </a:cubicBezTo>
                  <a:lnTo>
                    <a:pt x="8815" y="11926"/>
                  </a:lnTo>
                  <a:cubicBezTo>
                    <a:pt x="9160" y="12560"/>
                    <a:pt x="9794" y="12905"/>
                    <a:pt x="10485" y="13136"/>
                  </a:cubicBezTo>
                  <a:cubicBezTo>
                    <a:pt x="10716" y="13251"/>
                    <a:pt x="10889" y="13424"/>
                    <a:pt x="10889" y="13712"/>
                  </a:cubicBezTo>
                  <a:lnTo>
                    <a:pt x="10889" y="13885"/>
                  </a:lnTo>
                  <a:lnTo>
                    <a:pt x="10658" y="13885"/>
                  </a:lnTo>
                  <a:cubicBezTo>
                    <a:pt x="10543" y="13885"/>
                    <a:pt x="10428" y="14000"/>
                    <a:pt x="10428" y="14115"/>
                  </a:cubicBezTo>
                  <a:lnTo>
                    <a:pt x="10428" y="15844"/>
                  </a:lnTo>
                  <a:cubicBezTo>
                    <a:pt x="10428" y="15959"/>
                    <a:pt x="10543" y="16074"/>
                    <a:pt x="10658" y="16074"/>
                  </a:cubicBezTo>
                  <a:lnTo>
                    <a:pt x="13423" y="16074"/>
                  </a:lnTo>
                  <a:cubicBezTo>
                    <a:pt x="13711" y="16074"/>
                    <a:pt x="13711" y="15613"/>
                    <a:pt x="13423" y="15613"/>
                  </a:cubicBezTo>
                  <a:lnTo>
                    <a:pt x="10889" y="15613"/>
                  </a:lnTo>
                  <a:lnTo>
                    <a:pt x="10889" y="14346"/>
                  </a:lnTo>
                  <a:lnTo>
                    <a:pt x="15094" y="14346"/>
                  </a:lnTo>
                  <a:lnTo>
                    <a:pt x="15094" y="15613"/>
                  </a:lnTo>
                  <a:lnTo>
                    <a:pt x="14691" y="15613"/>
                  </a:lnTo>
                  <a:cubicBezTo>
                    <a:pt x="14403" y="15613"/>
                    <a:pt x="14403" y="16074"/>
                    <a:pt x="14691" y="16074"/>
                  </a:cubicBezTo>
                  <a:lnTo>
                    <a:pt x="15325" y="16074"/>
                  </a:lnTo>
                  <a:cubicBezTo>
                    <a:pt x="15497" y="16074"/>
                    <a:pt x="15613" y="15959"/>
                    <a:pt x="15613" y="15844"/>
                  </a:cubicBezTo>
                  <a:lnTo>
                    <a:pt x="15613" y="14115"/>
                  </a:lnTo>
                  <a:cubicBezTo>
                    <a:pt x="15613" y="14000"/>
                    <a:pt x="15497" y="13885"/>
                    <a:pt x="15325" y="13885"/>
                  </a:cubicBezTo>
                  <a:lnTo>
                    <a:pt x="15094" y="13885"/>
                  </a:lnTo>
                  <a:lnTo>
                    <a:pt x="15094" y="13770"/>
                  </a:lnTo>
                  <a:cubicBezTo>
                    <a:pt x="15094" y="13482"/>
                    <a:pt x="15152" y="13251"/>
                    <a:pt x="15325" y="13078"/>
                  </a:cubicBezTo>
                  <a:cubicBezTo>
                    <a:pt x="15901" y="12387"/>
                    <a:pt x="16189" y="11523"/>
                    <a:pt x="16189" y="10659"/>
                  </a:cubicBezTo>
                  <a:lnTo>
                    <a:pt x="16189" y="7490"/>
                  </a:lnTo>
                  <a:cubicBezTo>
                    <a:pt x="16189" y="7074"/>
                    <a:pt x="15818" y="6732"/>
                    <a:pt x="15404" y="6732"/>
                  </a:cubicBezTo>
                  <a:cubicBezTo>
                    <a:pt x="15302" y="6732"/>
                    <a:pt x="15197" y="6753"/>
                    <a:pt x="15094" y="6799"/>
                  </a:cubicBezTo>
                  <a:lnTo>
                    <a:pt x="15094" y="5531"/>
                  </a:lnTo>
                  <a:cubicBezTo>
                    <a:pt x="15094" y="5068"/>
                    <a:pt x="14721" y="4716"/>
                    <a:pt x="14306" y="4716"/>
                  </a:cubicBezTo>
                  <a:cubicBezTo>
                    <a:pt x="14205" y="4716"/>
                    <a:pt x="14101" y="4737"/>
                    <a:pt x="13999" y="4782"/>
                  </a:cubicBezTo>
                  <a:cubicBezTo>
                    <a:pt x="13882" y="4459"/>
                    <a:pt x="13569" y="4285"/>
                    <a:pt x="13260" y="4285"/>
                  </a:cubicBezTo>
                  <a:cubicBezTo>
                    <a:pt x="12964" y="4285"/>
                    <a:pt x="12672" y="4444"/>
                    <a:pt x="12559" y="4782"/>
                  </a:cubicBezTo>
                  <a:cubicBezTo>
                    <a:pt x="12458" y="4737"/>
                    <a:pt x="12352" y="4716"/>
                    <a:pt x="12247" y="4716"/>
                  </a:cubicBezTo>
                  <a:cubicBezTo>
                    <a:pt x="11817" y="4716"/>
                    <a:pt x="11407" y="5068"/>
                    <a:pt x="11407" y="5531"/>
                  </a:cubicBezTo>
                  <a:lnTo>
                    <a:pt x="11407" y="7663"/>
                  </a:lnTo>
                  <a:lnTo>
                    <a:pt x="10485" y="7663"/>
                  </a:lnTo>
                  <a:lnTo>
                    <a:pt x="10485" y="3918"/>
                  </a:lnTo>
                  <a:cubicBezTo>
                    <a:pt x="10485" y="3803"/>
                    <a:pt x="10370" y="3688"/>
                    <a:pt x="10255" y="3688"/>
                  </a:cubicBezTo>
                  <a:lnTo>
                    <a:pt x="8930" y="3688"/>
                  </a:lnTo>
                  <a:lnTo>
                    <a:pt x="8930" y="1499"/>
                  </a:lnTo>
                  <a:cubicBezTo>
                    <a:pt x="8930" y="1383"/>
                    <a:pt x="8872" y="1326"/>
                    <a:pt x="8757" y="1268"/>
                  </a:cubicBezTo>
                  <a:cubicBezTo>
                    <a:pt x="8642" y="1268"/>
                    <a:pt x="8469" y="1383"/>
                    <a:pt x="8469" y="1499"/>
                  </a:cubicBezTo>
                  <a:lnTo>
                    <a:pt x="8469" y="3688"/>
                  </a:lnTo>
                  <a:lnTo>
                    <a:pt x="7432" y="3688"/>
                  </a:lnTo>
                  <a:lnTo>
                    <a:pt x="7432" y="1383"/>
                  </a:lnTo>
                  <a:cubicBezTo>
                    <a:pt x="7432" y="1268"/>
                    <a:pt x="7317" y="1153"/>
                    <a:pt x="7201" y="1153"/>
                  </a:cubicBezTo>
                  <a:lnTo>
                    <a:pt x="6856" y="1153"/>
                  </a:lnTo>
                  <a:lnTo>
                    <a:pt x="6856" y="231"/>
                  </a:lnTo>
                  <a:cubicBezTo>
                    <a:pt x="6856" y="116"/>
                    <a:pt x="6741" y="1"/>
                    <a:pt x="6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657026086" name="Google Shape;550;p42"/>
          <p:cNvGrpSpPr/>
          <p:nvPr/>
        </p:nvGrpSpPr>
        <p:grpSpPr bwMode="auto">
          <a:xfrm>
            <a:off x="1717314" y="2381494"/>
            <a:ext cx="332724" cy="402999"/>
            <a:chOff x="1354324" y="2722799"/>
            <a:chExt cx="332724" cy="402999"/>
          </a:xfrm>
        </p:grpSpPr>
        <p:sp>
          <p:nvSpPr>
            <p:cNvPr id="879039271" name="Google Shape;551;p42"/>
            <p:cNvSpPr/>
            <p:nvPr/>
          </p:nvSpPr>
          <p:spPr bwMode="auto">
            <a:xfrm>
              <a:off x="1354324" y="2722799"/>
              <a:ext cx="332724" cy="402999"/>
            </a:xfrm>
            <a:custGeom>
              <a:avLst/>
              <a:gdLst/>
              <a:ahLst/>
              <a:cxnLst/>
              <a:rect l="l" t="t" r="r" b="b"/>
              <a:pathLst>
                <a:path w="13309" h="16120" fill="norm" stroke="1" extrusionOk="0">
                  <a:moveTo>
                    <a:pt x="6626" y="519"/>
                  </a:moveTo>
                  <a:cubicBezTo>
                    <a:pt x="6943" y="519"/>
                    <a:pt x="7259" y="606"/>
                    <a:pt x="7490" y="779"/>
                  </a:cubicBezTo>
                  <a:cubicBezTo>
                    <a:pt x="8008" y="1240"/>
                    <a:pt x="8066" y="2046"/>
                    <a:pt x="7605" y="2968"/>
                  </a:cubicBezTo>
                  <a:cubicBezTo>
                    <a:pt x="7317" y="2853"/>
                    <a:pt x="6971" y="2737"/>
                    <a:pt x="6626" y="2737"/>
                  </a:cubicBezTo>
                  <a:cubicBezTo>
                    <a:pt x="6280" y="2737"/>
                    <a:pt x="5934" y="2853"/>
                    <a:pt x="5646" y="2968"/>
                  </a:cubicBezTo>
                  <a:cubicBezTo>
                    <a:pt x="5185" y="1988"/>
                    <a:pt x="5243" y="1240"/>
                    <a:pt x="5762" y="779"/>
                  </a:cubicBezTo>
                  <a:cubicBezTo>
                    <a:pt x="5992" y="606"/>
                    <a:pt x="6309" y="519"/>
                    <a:pt x="6626" y="519"/>
                  </a:cubicBezTo>
                  <a:close/>
                  <a:moveTo>
                    <a:pt x="9629" y="2149"/>
                  </a:moveTo>
                  <a:cubicBezTo>
                    <a:pt x="9764" y="2149"/>
                    <a:pt x="9897" y="2172"/>
                    <a:pt x="10025" y="2219"/>
                  </a:cubicBezTo>
                  <a:cubicBezTo>
                    <a:pt x="10601" y="2449"/>
                    <a:pt x="10947" y="3141"/>
                    <a:pt x="10889" y="3717"/>
                  </a:cubicBezTo>
                  <a:cubicBezTo>
                    <a:pt x="10774" y="4408"/>
                    <a:pt x="10082" y="4811"/>
                    <a:pt x="9045" y="4927"/>
                  </a:cubicBezTo>
                  <a:cubicBezTo>
                    <a:pt x="8988" y="4235"/>
                    <a:pt x="8584" y="3602"/>
                    <a:pt x="8066" y="3198"/>
                  </a:cubicBezTo>
                  <a:cubicBezTo>
                    <a:pt x="8526" y="2509"/>
                    <a:pt x="9095" y="2149"/>
                    <a:pt x="9629" y="2149"/>
                  </a:cubicBezTo>
                  <a:close/>
                  <a:moveTo>
                    <a:pt x="6626" y="3256"/>
                  </a:moveTo>
                  <a:cubicBezTo>
                    <a:pt x="7720" y="3256"/>
                    <a:pt x="8584" y="4120"/>
                    <a:pt x="8584" y="5157"/>
                  </a:cubicBezTo>
                  <a:cubicBezTo>
                    <a:pt x="8584" y="6252"/>
                    <a:pt x="7720" y="7116"/>
                    <a:pt x="6626" y="7116"/>
                  </a:cubicBezTo>
                  <a:cubicBezTo>
                    <a:pt x="5531" y="7116"/>
                    <a:pt x="4667" y="6252"/>
                    <a:pt x="4667" y="5157"/>
                  </a:cubicBezTo>
                  <a:cubicBezTo>
                    <a:pt x="4667" y="4120"/>
                    <a:pt x="5531" y="3256"/>
                    <a:pt x="6626" y="3256"/>
                  </a:cubicBezTo>
                  <a:close/>
                  <a:moveTo>
                    <a:pt x="9045" y="5445"/>
                  </a:moveTo>
                  <a:cubicBezTo>
                    <a:pt x="10082" y="5503"/>
                    <a:pt x="10774" y="5964"/>
                    <a:pt x="10889" y="6597"/>
                  </a:cubicBezTo>
                  <a:cubicBezTo>
                    <a:pt x="10947" y="7231"/>
                    <a:pt x="10601" y="7922"/>
                    <a:pt x="10025" y="8095"/>
                  </a:cubicBezTo>
                  <a:cubicBezTo>
                    <a:pt x="9879" y="8161"/>
                    <a:pt x="9728" y="8194"/>
                    <a:pt x="9573" y="8194"/>
                  </a:cubicBezTo>
                  <a:cubicBezTo>
                    <a:pt x="9056" y="8194"/>
                    <a:pt x="8510" y="7826"/>
                    <a:pt x="8066" y="7116"/>
                  </a:cubicBezTo>
                  <a:cubicBezTo>
                    <a:pt x="8584" y="6770"/>
                    <a:pt x="8988" y="6136"/>
                    <a:pt x="9045" y="5445"/>
                  </a:cubicBezTo>
                  <a:close/>
                  <a:moveTo>
                    <a:pt x="4206" y="5445"/>
                  </a:moveTo>
                  <a:cubicBezTo>
                    <a:pt x="4264" y="6136"/>
                    <a:pt x="4667" y="6770"/>
                    <a:pt x="5185" y="7173"/>
                  </a:cubicBezTo>
                  <a:cubicBezTo>
                    <a:pt x="4743" y="7837"/>
                    <a:pt x="4233" y="8195"/>
                    <a:pt x="3733" y="8195"/>
                  </a:cubicBezTo>
                  <a:cubicBezTo>
                    <a:pt x="3582" y="8195"/>
                    <a:pt x="3431" y="8162"/>
                    <a:pt x="3284" y="8095"/>
                  </a:cubicBezTo>
                  <a:cubicBezTo>
                    <a:pt x="2708" y="7922"/>
                    <a:pt x="2305" y="7231"/>
                    <a:pt x="2420" y="6597"/>
                  </a:cubicBezTo>
                  <a:cubicBezTo>
                    <a:pt x="2535" y="5964"/>
                    <a:pt x="3169" y="5503"/>
                    <a:pt x="4206" y="5445"/>
                  </a:cubicBezTo>
                  <a:close/>
                  <a:moveTo>
                    <a:pt x="5646" y="7404"/>
                  </a:moveTo>
                  <a:cubicBezTo>
                    <a:pt x="5934" y="7519"/>
                    <a:pt x="6280" y="7634"/>
                    <a:pt x="6626" y="7634"/>
                  </a:cubicBezTo>
                  <a:cubicBezTo>
                    <a:pt x="6971" y="7634"/>
                    <a:pt x="7317" y="7519"/>
                    <a:pt x="7605" y="7404"/>
                  </a:cubicBezTo>
                  <a:lnTo>
                    <a:pt x="7605" y="7404"/>
                  </a:lnTo>
                  <a:cubicBezTo>
                    <a:pt x="8066" y="8326"/>
                    <a:pt x="8066" y="9132"/>
                    <a:pt x="7490" y="9535"/>
                  </a:cubicBezTo>
                  <a:cubicBezTo>
                    <a:pt x="7259" y="9737"/>
                    <a:pt x="6957" y="9838"/>
                    <a:pt x="6647" y="9838"/>
                  </a:cubicBezTo>
                  <a:cubicBezTo>
                    <a:pt x="6338" y="9838"/>
                    <a:pt x="6021" y="9737"/>
                    <a:pt x="5762" y="9535"/>
                  </a:cubicBezTo>
                  <a:cubicBezTo>
                    <a:pt x="5243" y="9132"/>
                    <a:pt x="5185" y="8326"/>
                    <a:pt x="5646" y="7404"/>
                  </a:cubicBezTo>
                  <a:close/>
                  <a:moveTo>
                    <a:pt x="2190" y="10054"/>
                  </a:moveTo>
                  <a:cubicBezTo>
                    <a:pt x="2881" y="10054"/>
                    <a:pt x="3515" y="10572"/>
                    <a:pt x="3745" y="10861"/>
                  </a:cubicBezTo>
                  <a:cubicBezTo>
                    <a:pt x="3515" y="11091"/>
                    <a:pt x="2881" y="11667"/>
                    <a:pt x="2190" y="11667"/>
                  </a:cubicBezTo>
                  <a:cubicBezTo>
                    <a:pt x="1441" y="11667"/>
                    <a:pt x="807" y="11149"/>
                    <a:pt x="577" y="10861"/>
                  </a:cubicBezTo>
                  <a:cubicBezTo>
                    <a:pt x="807" y="10572"/>
                    <a:pt x="1441" y="10054"/>
                    <a:pt x="2190" y="10054"/>
                  </a:cubicBezTo>
                  <a:close/>
                  <a:moveTo>
                    <a:pt x="10486" y="13626"/>
                  </a:moveTo>
                  <a:lnTo>
                    <a:pt x="10486" y="14548"/>
                  </a:lnTo>
                  <a:lnTo>
                    <a:pt x="2766" y="14548"/>
                  </a:lnTo>
                  <a:lnTo>
                    <a:pt x="2766" y="13626"/>
                  </a:lnTo>
                  <a:close/>
                  <a:moveTo>
                    <a:pt x="6633" y="1"/>
                  </a:moveTo>
                  <a:cubicBezTo>
                    <a:pt x="6208" y="1"/>
                    <a:pt x="5790" y="145"/>
                    <a:pt x="5473" y="433"/>
                  </a:cubicBezTo>
                  <a:cubicBezTo>
                    <a:pt x="5185" y="663"/>
                    <a:pt x="4725" y="1182"/>
                    <a:pt x="4897" y="2161"/>
                  </a:cubicBezTo>
                  <a:cubicBezTo>
                    <a:pt x="4552" y="1873"/>
                    <a:pt x="4206" y="1758"/>
                    <a:pt x="3918" y="1700"/>
                  </a:cubicBezTo>
                  <a:cubicBezTo>
                    <a:pt x="3901" y="1697"/>
                    <a:pt x="3885" y="1695"/>
                    <a:pt x="3870" y="1695"/>
                  </a:cubicBezTo>
                  <a:cubicBezTo>
                    <a:pt x="3624" y="1695"/>
                    <a:pt x="3589" y="2107"/>
                    <a:pt x="3860" y="2161"/>
                  </a:cubicBezTo>
                  <a:cubicBezTo>
                    <a:pt x="4321" y="2219"/>
                    <a:pt x="4782" y="2565"/>
                    <a:pt x="5243" y="3198"/>
                  </a:cubicBezTo>
                  <a:cubicBezTo>
                    <a:pt x="4667" y="3602"/>
                    <a:pt x="4321" y="4178"/>
                    <a:pt x="4206" y="4927"/>
                  </a:cubicBezTo>
                  <a:cubicBezTo>
                    <a:pt x="2939" y="4811"/>
                    <a:pt x="2535" y="4235"/>
                    <a:pt x="2420" y="3890"/>
                  </a:cubicBezTo>
                  <a:cubicBezTo>
                    <a:pt x="2305" y="3371"/>
                    <a:pt x="2535" y="2737"/>
                    <a:pt x="2996" y="2392"/>
                  </a:cubicBezTo>
                  <a:cubicBezTo>
                    <a:pt x="3187" y="2248"/>
                    <a:pt x="3061" y="1946"/>
                    <a:pt x="2848" y="1946"/>
                  </a:cubicBezTo>
                  <a:cubicBezTo>
                    <a:pt x="2805" y="1946"/>
                    <a:pt x="2757" y="1959"/>
                    <a:pt x="2708" y="1988"/>
                  </a:cubicBezTo>
                  <a:cubicBezTo>
                    <a:pt x="2074" y="2449"/>
                    <a:pt x="1786" y="3314"/>
                    <a:pt x="2017" y="4005"/>
                  </a:cubicBezTo>
                  <a:cubicBezTo>
                    <a:pt x="2074" y="4351"/>
                    <a:pt x="2362" y="4869"/>
                    <a:pt x="3169" y="5157"/>
                  </a:cubicBezTo>
                  <a:cubicBezTo>
                    <a:pt x="2247" y="5503"/>
                    <a:pt x="2017" y="6194"/>
                    <a:pt x="1959" y="6540"/>
                  </a:cubicBezTo>
                  <a:cubicBezTo>
                    <a:pt x="1844" y="7346"/>
                    <a:pt x="2305" y="8268"/>
                    <a:pt x="3111" y="8556"/>
                  </a:cubicBezTo>
                  <a:cubicBezTo>
                    <a:pt x="3284" y="8614"/>
                    <a:pt x="3457" y="8671"/>
                    <a:pt x="3688" y="8671"/>
                  </a:cubicBezTo>
                  <a:cubicBezTo>
                    <a:pt x="4033" y="8671"/>
                    <a:pt x="4436" y="8556"/>
                    <a:pt x="4897" y="8210"/>
                  </a:cubicBezTo>
                  <a:lnTo>
                    <a:pt x="4897" y="8210"/>
                  </a:lnTo>
                  <a:cubicBezTo>
                    <a:pt x="4782" y="9190"/>
                    <a:pt x="5243" y="9708"/>
                    <a:pt x="5473" y="9939"/>
                  </a:cubicBezTo>
                  <a:cubicBezTo>
                    <a:pt x="5762" y="10112"/>
                    <a:pt x="6107" y="10284"/>
                    <a:pt x="6453" y="10284"/>
                  </a:cubicBezTo>
                  <a:lnTo>
                    <a:pt x="6453" y="11897"/>
                  </a:lnTo>
                  <a:cubicBezTo>
                    <a:pt x="5934" y="11149"/>
                    <a:pt x="5128" y="10688"/>
                    <a:pt x="4206" y="10630"/>
                  </a:cubicBezTo>
                  <a:cubicBezTo>
                    <a:pt x="4033" y="10342"/>
                    <a:pt x="3169" y="9535"/>
                    <a:pt x="2190" y="9535"/>
                  </a:cubicBezTo>
                  <a:cubicBezTo>
                    <a:pt x="1037" y="9535"/>
                    <a:pt x="116" y="10630"/>
                    <a:pt x="116" y="10688"/>
                  </a:cubicBezTo>
                  <a:cubicBezTo>
                    <a:pt x="0" y="10745"/>
                    <a:pt x="0" y="10918"/>
                    <a:pt x="116" y="10976"/>
                  </a:cubicBezTo>
                  <a:cubicBezTo>
                    <a:pt x="116" y="11033"/>
                    <a:pt x="1037" y="12128"/>
                    <a:pt x="2190" y="12128"/>
                  </a:cubicBezTo>
                  <a:cubicBezTo>
                    <a:pt x="3169" y="12128"/>
                    <a:pt x="3918" y="11379"/>
                    <a:pt x="4206" y="11091"/>
                  </a:cubicBezTo>
                  <a:cubicBezTo>
                    <a:pt x="5358" y="11149"/>
                    <a:pt x="6280" y="12013"/>
                    <a:pt x="6395" y="13107"/>
                  </a:cubicBezTo>
                  <a:lnTo>
                    <a:pt x="2593" y="13107"/>
                  </a:lnTo>
                  <a:cubicBezTo>
                    <a:pt x="2478" y="13107"/>
                    <a:pt x="2362" y="13223"/>
                    <a:pt x="2362" y="13338"/>
                  </a:cubicBezTo>
                  <a:lnTo>
                    <a:pt x="2362" y="14778"/>
                  </a:lnTo>
                  <a:cubicBezTo>
                    <a:pt x="2362" y="14778"/>
                    <a:pt x="2478" y="15008"/>
                    <a:pt x="2593" y="15008"/>
                  </a:cubicBezTo>
                  <a:lnTo>
                    <a:pt x="2939" y="15008"/>
                  </a:lnTo>
                  <a:lnTo>
                    <a:pt x="3054" y="15930"/>
                  </a:lnTo>
                  <a:cubicBezTo>
                    <a:pt x="3080" y="16060"/>
                    <a:pt x="3188" y="16120"/>
                    <a:pt x="3293" y="16120"/>
                  </a:cubicBezTo>
                  <a:cubicBezTo>
                    <a:pt x="3421" y="16120"/>
                    <a:pt x="3546" y="16031"/>
                    <a:pt x="3515" y="15873"/>
                  </a:cubicBezTo>
                  <a:lnTo>
                    <a:pt x="3399" y="15008"/>
                  </a:lnTo>
                  <a:lnTo>
                    <a:pt x="9910" y="15008"/>
                  </a:lnTo>
                  <a:lnTo>
                    <a:pt x="9794" y="15873"/>
                  </a:lnTo>
                  <a:cubicBezTo>
                    <a:pt x="9763" y="16031"/>
                    <a:pt x="9888" y="16120"/>
                    <a:pt x="10016" y="16120"/>
                  </a:cubicBezTo>
                  <a:cubicBezTo>
                    <a:pt x="10121" y="16120"/>
                    <a:pt x="10229" y="16060"/>
                    <a:pt x="10255" y="15930"/>
                  </a:cubicBezTo>
                  <a:lnTo>
                    <a:pt x="10370" y="15066"/>
                  </a:lnTo>
                  <a:lnTo>
                    <a:pt x="10716" y="15066"/>
                  </a:lnTo>
                  <a:cubicBezTo>
                    <a:pt x="10716" y="15066"/>
                    <a:pt x="10947" y="14893"/>
                    <a:pt x="10947" y="14778"/>
                  </a:cubicBezTo>
                  <a:lnTo>
                    <a:pt x="10947" y="13395"/>
                  </a:lnTo>
                  <a:cubicBezTo>
                    <a:pt x="10947" y="13223"/>
                    <a:pt x="10831" y="13107"/>
                    <a:pt x="10716" y="13107"/>
                  </a:cubicBezTo>
                  <a:lnTo>
                    <a:pt x="6914" y="13107"/>
                  </a:lnTo>
                  <a:cubicBezTo>
                    <a:pt x="7087" y="12013"/>
                    <a:pt x="8008" y="11149"/>
                    <a:pt x="9161" y="11091"/>
                  </a:cubicBezTo>
                  <a:cubicBezTo>
                    <a:pt x="9391" y="11379"/>
                    <a:pt x="10198" y="12128"/>
                    <a:pt x="11119" y="12128"/>
                  </a:cubicBezTo>
                  <a:cubicBezTo>
                    <a:pt x="11292" y="12128"/>
                    <a:pt x="11407" y="12128"/>
                    <a:pt x="11523" y="12070"/>
                  </a:cubicBezTo>
                  <a:cubicBezTo>
                    <a:pt x="11794" y="12016"/>
                    <a:pt x="11708" y="11604"/>
                    <a:pt x="11456" y="11604"/>
                  </a:cubicBezTo>
                  <a:cubicBezTo>
                    <a:pt x="11441" y="11604"/>
                    <a:pt x="11424" y="11606"/>
                    <a:pt x="11407" y="11609"/>
                  </a:cubicBezTo>
                  <a:cubicBezTo>
                    <a:pt x="11350" y="11667"/>
                    <a:pt x="11235" y="11667"/>
                    <a:pt x="11119" y="11667"/>
                  </a:cubicBezTo>
                  <a:cubicBezTo>
                    <a:pt x="10428" y="11667"/>
                    <a:pt x="9794" y="11149"/>
                    <a:pt x="9564" y="10861"/>
                  </a:cubicBezTo>
                  <a:cubicBezTo>
                    <a:pt x="9794" y="10572"/>
                    <a:pt x="10428" y="10054"/>
                    <a:pt x="11119" y="10054"/>
                  </a:cubicBezTo>
                  <a:cubicBezTo>
                    <a:pt x="11868" y="10054"/>
                    <a:pt x="12502" y="10572"/>
                    <a:pt x="12732" y="10861"/>
                  </a:cubicBezTo>
                  <a:cubicBezTo>
                    <a:pt x="12675" y="10918"/>
                    <a:pt x="12560" y="11033"/>
                    <a:pt x="12387" y="11149"/>
                  </a:cubicBezTo>
                  <a:cubicBezTo>
                    <a:pt x="12205" y="11285"/>
                    <a:pt x="12345" y="11564"/>
                    <a:pt x="12526" y="11564"/>
                  </a:cubicBezTo>
                  <a:cubicBezTo>
                    <a:pt x="12574" y="11564"/>
                    <a:pt x="12626" y="11543"/>
                    <a:pt x="12675" y="11494"/>
                  </a:cubicBezTo>
                  <a:cubicBezTo>
                    <a:pt x="13021" y="11264"/>
                    <a:pt x="13251" y="11033"/>
                    <a:pt x="13251" y="10976"/>
                  </a:cubicBezTo>
                  <a:cubicBezTo>
                    <a:pt x="13309" y="10918"/>
                    <a:pt x="13309" y="10803"/>
                    <a:pt x="13251" y="10688"/>
                  </a:cubicBezTo>
                  <a:cubicBezTo>
                    <a:pt x="13193" y="10630"/>
                    <a:pt x="12272" y="9593"/>
                    <a:pt x="11119" y="9593"/>
                  </a:cubicBezTo>
                  <a:cubicBezTo>
                    <a:pt x="10082" y="9593"/>
                    <a:pt x="9276" y="10400"/>
                    <a:pt x="9045" y="10630"/>
                  </a:cubicBezTo>
                  <a:cubicBezTo>
                    <a:pt x="8124" y="10688"/>
                    <a:pt x="6856" y="11897"/>
                    <a:pt x="6856" y="11897"/>
                  </a:cubicBezTo>
                  <a:lnTo>
                    <a:pt x="6856" y="10284"/>
                  </a:lnTo>
                  <a:cubicBezTo>
                    <a:pt x="7202" y="10284"/>
                    <a:pt x="7547" y="10112"/>
                    <a:pt x="7836" y="9939"/>
                  </a:cubicBezTo>
                  <a:cubicBezTo>
                    <a:pt x="8066" y="9708"/>
                    <a:pt x="8527" y="9190"/>
                    <a:pt x="8412" y="8210"/>
                  </a:cubicBezTo>
                  <a:lnTo>
                    <a:pt x="8412" y="8210"/>
                  </a:lnTo>
                  <a:cubicBezTo>
                    <a:pt x="8815" y="8556"/>
                    <a:pt x="9276" y="8671"/>
                    <a:pt x="9621" y="8671"/>
                  </a:cubicBezTo>
                  <a:cubicBezTo>
                    <a:pt x="9852" y="8671"/>
                    <a:pt x="10025" y="8614"/>
                    <a:pt x="10198" y="8556"/>
                  </a:cubicBezTo>
                  <a:cubicBezTo>
                    <a:pt x="10947" y="8268"/>
                    <a:pt x="11465" y="7346"/>
                    <a:pt x="11350" y="6540"/>
                  </a:cubicBezTo>
                  <a:cubicBezTo>
                    <a:pt x="11292" y="6194"/>
                    <a:pt x="11062" y="5503"/>
                    <a:pt x="10140" y="5157"/>
                  </a:cubicBezTo>
                  <a:cubicBezTo>
                    <a:pt x="11062" y="4811"/>
                    <a:pt x="11292" y="4178"/>
                    <a:pt x="11350" y="3832"/>
                  </a:cubicBezTo>
                  <a:cubicBezTo>
                    <a:pt x="11465" y="2968"/>
                    <a:pt x="10947" y="2104"/>
                    <a:pt x="10198" y="1816"/>
                  </a:cubicBezTo>
                  <a:cubicBezTo>
                    <a:pt x="10051" y="1742"/>
                    <a:pt x="9843" y="1680"/>
                    <a:pt x="9594" y="1680"/>
                  </a:cubicBezTo>
                  <a:cubicBezTo>
                    <a:pt x="9256" y="1680"/>
                    <a:pt x="8843" y="1796"/>
                    <a:pt x="8412" y="2161"/>
                  </a:cubicBezTo>
                  <a:cubicBezTo>
                    <a:pt x="8527" y="1182"/>
                    <a:pt x="8066" y="663"/>
                    <a:pt x="7836" y="433"/>
                  </a:cubicBezTo>
                  <a:cubicBezTo>
                    <a:pt x="7490" y="145"/>
                    <a:pt x="7058" y="1"/>
                    <a:pt x="66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486156942" name="Google Shape;552;p42"/>
            <p:cNvSpPr/>
            <p:nvPr/>
          </p:nvSpPr>
          <p:spPr bwMode="auto">
            <a:xfrm>
              <a:off x="1501223" y="2817499"/>
              <a:ext cx="37474" cy="71325"/>
            </a:xfrm>
            <a:custGeom>
              <a:avLst/>
              <a:gdLst/>
              <a:ahLst/>
              <a:cxnLst/>
              <a:rect l="l" t="t" r="r" b="b"/>
              <a:pathLst>
                <a:path w="1499" h="2853" fill="norm" stroke="1" extrusionOk="0">
                  <a:moveTo>
                    <a:pt x="750" y="1"/>
                  </a:moveTo>
                  <a:cubicBezTo>
                    <a:pt x="634" y="1"/>
                    <a:pt x="519" y="73"/>
                    <a:pt x="519" y="217"/>
                  </a:cubicBezTo>
                  <a:lnTo>
                    <a:pt x="519" y="332"/>
                  </a:lnTo>
                  <a:cubicBezTo>
                    <a:pt x="289" y="390"/>
                    <a:pt x="116" y="563"/>
                    <a:pt x="116" y="793"/>
                  </a:cubicBezTo>
                  <a:cubicBezTo>
                    <a:pt x="58" y="1023"/>
                    <a:pt x="116" y="1254"/>
                    <a:pt x="289" y="1369"/>
                  </a:cubicBezTo>
                  <a:cubicBezTo>
                    <a:pt x="404" y="1484"/>
                    <a:pt x="634" y="1542"/>
                    <a:pt x="865" y="1657"/>
                  </a:cubicBezTo>
                  <a:cubicBezTo>
                    <a:pt x="980" y="1715"/>
                    <a:pt x="980" y="1772"/>
                    <a:pt x="980" y="1888"/>
                  </a:cubicBezTo>
                  <a:cubicBezTo>
                    <a:pt x="980" y="1945"/>
                    <a:pt x="865" y="2060"/>
                    <a:pt x="750" y="2060"/>
                  </a:cubicBezTo>
                  <a:cubicBezTo>
                    <a:pt x="577" y="2060"/>
                    <a:pt x="519" y="2060"/>
                    <a:pt x="404" y="2003"/>
                  </a:cubicBezTo>
                  <a:cubicBezTo>
                    <a:pt x="356" y="1979"/>
                    <a:pt x="309" y="1965"/>
                    <a:pt x="261" y="1965"/>
                  </a:cubicBezTo>
                  <a:cubicBezTo>
                    <a:pt x="193" y="1965"/>
                    <a:pt x="126" y="1993"/>
                    <a:pt x="58" y="2060"/>
                  </a:cubicBezTo>
                  <a:cubicBezTo>
                    <a:pt x="1" y="2176"/>
                    <a:pt x="1" y="2291"/>
                    <a:pt x="116" y="2406"/>
                  </a:cubicBezTo>
                  <a:cubicBezTo>
                    <a:pt x="289" y="2464"/>
                    <a:pt x="404" y="2521"/>
                    <a:pt x="519" y="2521"/>
                  </a:cubicBezTo>
                  <a:lnTo>
                    <a:pt x="519" y="2636"/>
                  </a:lnTo>
                  <a:cubicBezTo>
                    <a:pt x="519" y="2781"/>
                    <a:pt x="634" y="2853"/>
                    <a:pt x="750" y="2853"/>
                  </a:cubicBezTo>
                  <a:cubicBezTo>
                    <a:pt x="865" y="2853"/>
                    <a:pt x="980" y="2781"/>
                    <a:pt x="980" y="2636"/>
                  </a:cubicBezTo>
                  <a:lnTo>
                    <a:pt x="980" y="2521"/>
                  </a:lnTo>
                  <a:cubicBezTo>
                    <a:pt x="1268" y="2406"/>
                    <a:pt x="1441" y="2176"/>
                    <a:pt x="1441" y="1945"/>
                  </a:cubicBezTo>
                  <a:cubicBezTo>
                    <a:pt x="1499" y="1600"/>
                    <a:pt x="1326" y="1311"/>
                    <a:pt x="1038" y="1196"/>
                  </a:cubicBezTo>
                  <a:cubicBezTo>
                    <a:pt x="865" y="1139"/>
                    <a:pt x="692" y="1081"/>
                    <a:pt x="577" y="966"/>
                  </a:cubicBezTo>
                  <a:cubicBezTo>
                    <a:pt x="577" y="966"/>
                    <a:pt x="519" y="966"/>
                    <a:pt x="577" y="908"/>
                  </a:cubicBezTo>
                  <a:cubicBezTo>
                    <a:pt x="577" y="799"/>
                    <a:pt x="693" y="759"/>
                    <a:pt x="792" y="759"/>
                  </a:cubicBezTo>
                  <a:cubicBezTo>
                    <a:pt x="849" y="759"/>
                    <a:pt x="901" y="772"/>
                    <a:pt x="923" y="793"/>
                  </a:cubicBezTo>
                  <a:cubicBezTo>
                    <a:pt x="923" y="793"/>
                    <a:pt x="999" y="870"/>
                    <a:pt x="1102" y="870"/>
                  </a:cubicBezTo>
                  <a:cubicBezTo>
                    <a:pt x="1153" y="870"/>
                    <a:pt x="1211" y="851"/>
                    <a:pt x="1268" y="793"/>
                  </a:cubicBezTo>
                  <a:cubicBezTo>
                    <a:pt x="1441" y="620"/>
                    <a:pt x="1268" y="447"/>
                    <a:pt x="1268" y="447"/>
                  </a:cubicBezTo>
                  <a:cubicBezTo>
                    <a:pt x="1211" y="390"/>
                    <a:pt x="1095" y="332"/>
                    <a:pt x="980" y="332"/>
                  </a:cubicBezTo>
                  <a:lnTo>
                    <a:pt x="980" y="217"/>
                  </a:lnTo>
                  <a:cubicBezTo>
                    <a:pt x="980" y="73"/>
                    <a:pt x="865" y="1"/>
                    <a:pt x="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78998280" name="Google Shape;1651;p64"/>
          <p:cNvGrpSpPr/>
          <p:nvPr/>
        </p:nvGrpSpPr>
        <p:grpSpPr bwMode="auto">
          <a:xfrm flipH="0" flipV="0">
            <a:off x="1508331" y="2187465"/>
            <a:ext cx="705122" cy="707398"/>
            <a:chOff x="0" y="0"/>
            <a:chExt cx="705122" cy="707398"/>
          </a:xfrm>
        </p:grpSpPr>
        <p:sp>
          <p:nvSpPr>
            <p:cNvPr id="1931363270" name="Google Shape;1652;p64"/>
            <p:cNvSpPr/>
            <p:nvPr/>
          </p:nvSpPr>
          <p:spPr bwMode="auto">
            <a:xfrm flipH="1">
              <a:off x="0" y="0"/>
              <a:ext cx="705122" cy="707398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grpSp>
          <p:nvGrpSpPr>
            <p:cNvPr id="1152241853" name="Google Shape;1653;p64"/>
            <p:cNvGrpSpPr/>
            <p:nvPr/>
          </p:nvGrpSpPr>
          <p:grpSpPr bwMode="auto">
            <a:xfrm flipH="0" flipV="0">
              <a:off x="95638" y="119333"/>
              <a:ext cx="513875" cy="477779"/>
              <a:chOff x="0" y="0"/>
              <a:chExt cx="513875" cy="477779"/>
            </a:xfrm>
          </p:grpSpPr>
          <p:sp>
            <p:nvSpPr>
              <p:cNvPr id="608450124" name="Google Shape;1654;p64"/>
              <p:cNvSpPr/>
              <p:nvPr/>
            </p:nvSpPr>
            <p:spPr bwMode="auto">
              <a:xfrm>
                <a:off x="80893" y="75262"/>
                <a:ext cx="268482" cy="246323"/>
              </a:xfrm>
              <a:custGeom>
                <a:avLst/>
                <a:gdLst/>
                <a:ahLst/>
                <a:cxnLst/>
                <a:rect l="l" t="t" r="r" b="b"/>
                <a:pathLst>
                  <a:path w="10774" h="9853" fill="norm" stroke="1" extrusionOk="0">
                    <a:moveTo>
                      <a:pt x="5358" y="462"/>
                    </a:moveTo>
                    <a:cubicBezTo>
                      <a:pt x="6568" y="462"/>
                      <a:pt x="7720" y="923"/>
                      <a:pt x="8527" y="1729"/>
                    </a:cubicBezTo>
                    <a:cubicBezTo>
                      <a:pt x="10255" y="3515"/>
                      <a:pt x="10255" y="6338"/>
                      <a:pt x="8527" y="8066"/>
                    </a:cubicBezTo>
                    <a:cubicBezTo>
                      <a:pt x="7720" y="8931"/>
                      <a:pt x="6568" y="9391"/>
                      <a:pt x="5358" y="9391"/>
                    </a:cubicBezTo>
                    <a:cubicBezTo>
                      <a:pt x="4206" y="9391"/>
                      <a:pt x="3054" y="8931"/>
                      <a:pt x="2247" y="8066"/>
                    </a:cubicBezTo>
                    <a:cubicBezTo>
                      <a:pt x="519" y="6338"/>
                      <a:pt x="519" y="3515"/>
                      <a:pt x="2247" y="1729"/>
                    </a:cubicBezTo>
                    <a:cubicBezTo>
                      <a:pt x="3054" y="923"/>
                      <a:pt x="4206" y="462"/>
                      <a:pt x="5358" y="462"/>
                    </a:cubicBezTo>
                    <a:close/>
                    <a:moveTo>
                      <a:pt x="5358" y="1"/>
                    </a:moveTo>
                    <a:cubicBezTo>
                      <a:pt x="4091" y="1"/>
                      <a:pt x="2823" y="462"/>
                      <a:pt x="1901" y="1441"/>
                    </a:cubicBezTo>
                    <a:cubicBezTo>
                      <a:pt x="0" y="3342"/>
                      <a:pt x="0" y="6453"/>
                      <a:pt x="1901" y="8412"/>
                    </a:cubicBezTo>
                    <a:cubicBezTo>
                      <a:pt x="2823" y="9334"/>
                      <a:pt x="4091" y="9852"/>
                      <a:pt x="5358" y="9852"/>
                    </a:cubicBezTo>
                    <a:cubicBezTo>
                      <a:pt x="6683" y="9852"/>
                      <a:pt x="7951" y="9334"/>
                      <a:pt x="8872" y="8412"/>
                    </a:cubicBezTo>
                    <a:cubicBezTo>
                      <a:pt x="10773" y="6453"/>
                      <a:pt x="10773" y="3342"/>
                      <a:pt x="8872" y="1441"/>
                    </a:cubicBezTo>
                    <a:cubicBezTo>
                      <a:pt x="7951" y="462"/>
                      <a:pt x="6683" y="1"/>
                      <a:pt x="53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215470111" name="Google Shape;1655;p64"/>
              <p:cNvSpPr/>
              <p:nvPr/>
            </p:nvSpPr>
            <p:spPr bwMode="auto">
              <a:xfrm>
                <a:off x="40698" y="37838"/>
                <a:ext cx="432477" cy="402098"/>
              </a:xfrm>
              <a:custGeom>
                <a:avLst/>
                <a:gdLst/>
                <a:ahLst/>
                <a:cxnLst/>
                <a:rect l="l" t="t" r="r" b="b"/>
                <a:pathLst>
                  <a:path w="17355" h="16084" fill="norm" stroke="1" extrusionOk="0">
                    <a:moveTo>
                      <a:pt x="11810" y="10600"/>
                    </a:moveTo>
                    <a:lnTo>
                      <a:pt x="12502" y="11292"/>
                    </a:lnTo>
                    <a:lnTo>
                      <a:pt x="11868" y="11868"/>
                    </a:lnTo>
                    <a:lnTo>
                      <a:pt x="11234" y="11176"/>
                    </a:lnTo>
                    <a:lnTo>
                      <a:pt x="11177" y="11176"/>
                    </a:lnTo>
                    <a:cubicBezTo>
                      <a:pt x="11407" y="11004"/>
                      <a:pt x="11638" y="10773"/>
                      <a:pt x="11810" y="10600"/>
                    </a:cubicBezTo>
                    <a:close/>
                    <a:moveTo>
                      <a:pt x="6971" y="519"/>
                    </a:moveTo>
                    <a:cubicBezTo>
                      <a:pt x="8584" y="519"/>
                      <a:pt x="10024" y="1095"/>
                      <a:pt x="11177" y="2247"/>
                    </a:cubicBezTo>
                    <a:cubicBezTo>
                      <a:pt x="13423" y="4551"/>
                      <a:pt x="13423" y="8296"/>
                      <a:pt x="11177" y="10543"/>
                    </a:cubicBezTo>
                    <a:cubicBezTo>
                      <a:pt x="10024" y="11695"/>
                      <a:pt x="8584" y="12271"/>
                      <a:pt x="6971" y="12271"/>
                    </a:cubicBezTo>
                    <a:cubicBezTo>
                      <a:pt x="5416" y="12271"/>
                      <a:pt x="3918" y="11695"/>
                      <a:pt x="2823" y="10543"/>
                    </a:cubicBezTo>
                    <a:cubicBezTo>
                      <a:pt x="519" y="8296"/>
                      <a:pt x="519" y="4551"/>
                      <a:pt x="2823" y="2247"/>
                    </a:cubicBezTo>
                    <a:cubicBezTo>
                      <a:pt x="3918" y="1095"/>
                      <a:pt x="5416" y="519"/>
                      <a:pt x="6971" y="519"/>
                    </a:cubicBezTo>
                    <a:close/>
                    <a:moveTo>
                      <a:pt x="6971" y="0"/>
                    </a:moveTo>
                    <a:cubicBezTo>
                      <a:pt x="5300" y="0"/>
                      <a:pt x="3687" y="691"/>
                      <a:pt x="2477" y="1901"/>
                    </a:cubicBezTo>
                    <a:cubicBezTo>
                      <a:pt x="0" y="4378"/>
                      <a:pt x="0" y="8411"/>
                      <a:pt x="2477" y="10888"/>
                    </a:cubicBezTo>
                    <a:cubicBezTo>
                      <a:pt x="3687" y="12098"/>
                      <a:pt x="5300" y="12790"/>
                      <a:pt x="6971" y="12790"/>
                    </a:cubicBezTo>
                    <a:cubicBezTo>
                      <a:pt x="8411" y="12790"/>
                      <a:pt x="9736" y="12329"/>
                      <a:pt x="10831" y="11465"/>
                    </a:cubicBezTo>
                    <a:lnTo>
                      <a:pt x="11580" y="12213"/>
                    </a:lnTo>
                    <a:cubicBezTo>
                      <a:pt x="11292" y="12386"/>
                      <a:pt x="11234" y="12790"/>
                      <a:pt x="11465" y="13078"/>
                    </a:cubicBezTo>
                    <a:lnTo>
                      <a:pt x="12905" y="14460"/>
                    </a:lnTo>
                    <a:cubicBezTo>
                      <a:pt x="12959" y="14515"/>
                      <a:pt x="13020" y="14537"/>
                      <a:pt x="13079" y="14537"/>
                    </a:cubicBezTo>
                    <a:cubicBezTo>
                      <a:pt x="13267" y="14537"/>
                      <a:pt x="13427" y="14304"/>
                      <a:pt x="13251" y="14172"/>
                    </a:cubicBezTo>
                    <a:lnTo>
                      <a:pt x="11810" y="12732"/>
                    </a:lnTo>
                    <a:cubicBezTo>
                      <a:pt x="11810" y="12732"/>
                      <a:pt x="11753" y="12617"/>
                      <a:pt x="11810" y="12617"/>
                    </a:cubicBezTo>
                    <a:lnTo>
                      <a:pt x="13193" y="11176"/>
                    </a:lnTo>
                    <a:lnTo>
                      <a:pt x="13366" y="11176"/>
                    </a:lnTo>
                    <a:lnTo>
                      <a:pt x="15901" y="13769"/>
                    </a:lnTo>
                    <a:cubicBezTo>
                      <a:pt x="16705" y="14529"/>
                      <a:pt x="15949" y="15636"/>
                      <a:pt x="15112" y="15636"/>
                    </a:cubicBezTo>
                    <a:cubicBezTo>
                      <a:pt x="14870" y="15636"/>
                      <a:pt x="14622" y="15544"/>
                      <a:pt x="14403" y="15324"/>
                    </a:cubicBezTo>
                    <a:lnTo>
                      <a:pt x="14115" y="15036"/>
                    </a:lnTo>
                    <a:cubicBezTo>
                      <a:pt x="14061" y="14983"/>
                      <a:pt x="14005" y="14960"/>
                      <a:pt x="13951" y="14960"/>
                    </a:cubicBezTo>
                    <a:cubicBezTo>
                      <a:pt x="13775" y="14960"/>
                      <a:pt x="13636" y="15205"/>
                      <a:pt x="13769" y="15382"/>
                    </a:cubicBezTo>
                    <a:lnTo>
                      <a:pt x="14057" y="15612"/>
                    </a:lnTo>
                    <a:cubicBezTo>
                      <a:pt x="14389" y="15944"/>
                      <a:pt x="14761" y="16084"/>
                      <a:pt x="15119" y="16084"/>
                    </a:cubicBezTo>
                    <a:cubicBezTo>
                      <a:pt x="16314" y="16084"/>
                      <a:pt x="17355" y="14532"/>
                      <a:pt x="16246" y="13423"/>
                    </a:cubicBezTo>
                    <a:lnTo>
                      <a:pt x="13712" y="10831"/>
                    </a:lnTo>
                    <a:cubicBezTo>
                      <a:pt x="13591" y="10735"/>
                      <a:pt x="13451" y="10689"/>
                      <a:pt x="13316" y="10689"/>
                    </a:cubicBezTo>
                    <a:cubicBezTo>
                      <a:pt x="13127" y="10689"/>
                      <a:pt x="12948" y="10778"/>
                      <a:pt x="12847" y="10946"/>
                    </a:cubicBezTo>
                    <a:lnTo>
                      <a:pt x="12098" y="10197"/>
                    </a:lnTo>
                    <a:cubicBezTo>
                      <a:pt x="13942" y="7720"/>
                      <a:pt x="13769" y="4148"/>
                      <a:pt x="11465" y="1901"/>
                    </a:cubicBezTo>
                    <a:cubicBezTo>
                      <a:pt x="10312" y="691"/>
                      <a:pt x="8699" y="0"/>
                      <a:pt x="69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63080200" name="Google Shape;1656;p64"/>
              <p:cNvSpPr/>
              <p:nvPr/>
            </p:nvSpPr>
            <p:spPr bwMode="auto">
              <a:xfrm>
                <a:off x="133996" y="117038"/>
                <a:ext cx="162250" cy="161323"/>
              </a:xfrm>
              <a:custGeom>
                <a:avLst/>
                <a:gdLst/>
                <a:ahLst/>
                <a:cxnLst/>
                <a:rect l="l" t="t" r="r" b="b"/>
                <a:pathLst>
                  <a:path w="6511" h="6453" fill="norm" stroke="1" extrusionOk="0">
                    <a:moveTo>
                      <a:pt x="3227" y="1"/>
                    </a:moveTo>
                    <a:cubicBezTo>
                      <a:pt x="2593" y="1"/>
                      <a:pt x="2017" y="173"/>
                      <a:pt x="1499" y="519"/>
                    </a:cubicBezTo>
                    <a:cubicBezTo>
                      <a:pt x="1260" y="663"/>
                      <a:pt x="1417" y="965"/>
                      <a:pt x="1610" y="965"/>
                    </a:cubicBezTo>
                    <a:cubicBezTo>
                      <a:pt x="1649" y="965"/>
                      <a:pt x="1690" y="952"/>
                      <a:pt x="1729" y="922"/>
                    </a:cubicBezTo>
                    <a:cubicBezTo>
                      <a:pt x="2190" y="634"/>
                      <a:pt x="2709" y="462"/>
                      <a:pt x="3227" y="462"/>
                    </a:cubicBezTo>
                    <a:cubicBezTo>
                      <a:pt x="4783" y="462"/>
                      <a:pt x="5992" y="1729"/>
                      <a:pt x="5992" y="3227"/>
                    </a:cubicBezTo>
                    <a:cubicBezTo>
                      <a:pt x="5992" y="4725"/>
                      <a:pt x="4783" y="5992"/>
                      <a:pt x="3227" y="5992"/>
                    </a:cubicBezTo>
                    <a:cubicBezTo>
                      <a:pt x="1729" y="5992"/>
                      <a:pt x="519" y="4725"/>
                      <a:pt x="519" y="3227"/>
                    </a:cubicBezTo>
                    <a:cubicBezTo>
                      <a:pt x="519" y="2708"/>
                      <a:pt x="635" y="2190"/>
                      <a:pt x="923" y="1729"/>
                    </a:cubicBezTo>
                    <a:cubicBezTo>
                      <a:pt x="1046" y="1523"/>
                      <a:pt x="876" y="1347"/>
                      <a:pt x="705" y="1347"/>
                    </a:cubicBezTo>
                    <a:cubicBezTo>
                      <a:pt x="637" y="1347"/>
                      <a:pt x="569" y="1375"/>
                      <a:pt x="519" y="1441"/>
                    </a:cubicBezTo>
                    <a:cubicBezTo>
                      <a:pt x="174" y="2017"/>
                      <a:pt x="1" y="2593"/>
                      <a:pt x="1" y="3227"/>
                    </a:cubicBezTo>
                    <a:cubicBezTo>
                      <a:pt x="1" y="5013"/>
                      <a:pt x="1441" y="6453"/>
                      <a:pt x="3227" y="6453"/>
                    </a:cubicBezTo>
                    <a:cubicBezTo>
                      <a:pt x="5013" y="6453"/>
                      <a:pt x="6511" y="5013"/>
                      <a:pt x="6511" y="3227"/>
                    </a:cubicBezTo>
                    <a:cubicBezTo>
                      <a:pt x="6511" y="1441"/>
                      <a:pt x="5013" y="1"/>
                      <a:pt x="32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605184530" name="Google Shape;1657;p64"/>
              <p:cNvSpPr/>
              <p:nvPr/>
            </p:nvSpPr>
            <p:spPr bwMode="auto">
              <a:xfrm>
                <a:off x="192408" y="153765"/>
                <a:ext cx="44978" cy="87873"/>
              </a:xfrm>
              <a:custGeom>
                <a:avLst/>
                <a:gdLst/>
                <a:ahLst/>
                <a:cxnLst/>
                <a:rect l="l" t="t" r="r" b="b"/>
                <a:pathLst>
                  <a:path w="1805" h="3515" fill="norm" stroke="1" extrusionOk="0">
                    <a:moveTo>
                      <a:pt x="883" y="1"/>
                    </a:moveTo>
                    <a:cubicBezTo>
                      <a:pt x="768" y="1"/>
                      <a:pt x="653" y="87"/>
                      <a:pt x="653" y="260"/>
                    </a:cubicBezTo>
                    <a:lnTo>
                      <a:pt x="653" y="433"/>
                    </a:lnTo>
                    <a:cubicBezTo>
                      <a:pt x="422" y="490"/>
                      <a:pt x="192" y="721"/>
                      <a:pt x="134" y="1009"/>
                    </a:cubicBezTo>
                    <a:cubicBezTo>
                      <a:pt x="134" y="1239"/>
                      <a:pt x="192" y="1527"/>
                      <a:pt x="365" y="1643"/>
                    </a:cubicBezTo>
                    <a:cubicBezTo>
                      <a:pt x="537" y="1758"/>
                      <a:pt x="710" y="1873"/>
                      <a:pt x="1056" y="1988"/>
                    </a:cubicBezTo>
                    <a:cubicBezTo>
                      <a:pt x="1286" y="2046"/>
                      <a:pt x="1286" y="2219"/>
                      <a:pt x="1286" y="2334"/>
                    </a:cubicBezTo>
                    <a:cubicBezTo>
                      <a:pt x="1229" y="2449"/>
                      <a:pt x="1113" y="2622"/>
                      <a:pt x="883" y="2622"/>
                    </a:cubicBezTo>
                    <a:cubicBezTo>
                      <a:pt x="710" y="2622"/>
                      <a:pt x="595" y="2622"/>
                      <a:pt x="480" y="2507"/>
                    </a:cubicBezTo>
                    <a:cubicBezTo>
                      <a:pt x="431" y="2477"/>
                      <a:pt x="383" y="2465"/>
                      <a:pt x="340" y="2465"/>
                    </a:cubicBezTo>
                    <a:cubicBezTo>
                      <a:pt x="127" y="2465"/>
                      <a:pt x="1" y="2767"/>
                      <a:pt x="192" y="2910"/>
                    </a:cubicBezTo>
                    <a:cubicBezTo>
                      <a:pt x="365" y="3025"/>
                      <a:pt x="480" y="3083"/>
                      <a:pt x="653" y="3083"/>
                    </a:cubicBezTo>
                    <a:lnTo>
                      <a:pt x="653" y="3256"/>
                    </a:lnTo>
                    <a:cubicBezTo>
                      <a:pt x="653" y="3429"/>
                      <a:pt x="768" y="3515"/>
                      <a:pt x="883" y="3515"/>
                    </a:cubicBezTo>
                    <a:cubicBezTo>
                      <a:pt x="998" y="3515"/>
                      <a:pt x="1113" y="3429"/>
                      <a:pt x="1113" y="3256"/>
                    </a:cubicBezTo>
                    <a:lnTo>
                      <a:pt x="1113" y="3083"/>
                    </a:lnTo>
                    <a:cubicBezTo>
                      <a:pt x="1459" y="2968"/>
                      <a:pt x="1690" y="2680"/>
                      <a:pt x="1747" y="2392"/>
                    </a:cubicBezTo>
                    <a:cubicBezTo>
                      <a:pt x="1805" y="1988"/>
                      <a:pt x="1574" y="1643"/>
                      <a:pt x="1229" y="1527"/>
                    </a:cubicBezTo>
                    <a:cubicBezTo>
                      <a:pt x="998" y="1470"/>
                      <a:pt x="768" y="1355"/>
                      <a:pt x="653" y="1297"/>
                    </a:cubicBezTo>
                    <a:cubicBezTo>
                      <a:pt x="537" y="1182"/>
                      <a:pt x="653" y="951"/>
                      <a:pt x="768" y="894"/>
                    </a:cubicBezTo>
                    <a:cubicBezTo>
                      <a:pt x="825" y="882"/>
                      <a:pt x="876" y="878"/>
                      <a:pt x="920" y="878"/>
                    </a:cubicBezTo>
                    <a:cubicBezTo>
                      <a:pt x="1097" y="878"/>
                      <a:pt x="1171" y="951"/>
                      <a:pt x="1171" y="951"/>
                    </a:cubicBezTo>
                    <a:cubicBezTo>
                      <a:pt x="1232" y="988"/>
                      <a:pt x="1296" y="1004"/>
                      <a:pt x="1356" y="1004"/>
                    </a:cubicBezTo>
                    <a:cubicBezTo>
                      <a:pt x="1578" y="1004"/>
                      <a:pt x="1743" y="787"/>
                      <a:pt x="1517" y="606"/>
                    </a:cubicBezTo>
                    <a:cubicBezTo>
                      <a:pt x="1459" y="548"/>
                      <a:pt x="1286" y="433"/>
                      <a:pt x="1113" y="433"/>
                    </a:cubicBezTo>
                    <a:lnTo>
                      <a:pt x="1113" y="260"/>
                    </a:lnTo>
                    <a:cubicBezTo>
                      <a:pt x="1113" y="87"/>
                      <a:pt x="998" y="1"/>
                      <a:pt x="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642732792" name="Google Shape;1664;p64"/>
          <p:cNvGrpSpPr/>
          <p:nvPr/>
        </p:nvGrpSpPr>
        <p:grpSpPr bwMode="auto">
          <a:xfrm flipH="0" flipV="0">
            <a:off x="4252173" y="2180190"/>
            <a:ext cx="682853" cy="686835"/>
            <a:chOff x="0" y="0"/>
            <a:chExt cx="682853" cy="686835"/>
          </a:xfrm>
        </p:grpSpPr>
        <p:sp>
          <p:nvSpPr>
            <p:cNvPr id="1751021684" name="Google Shape;1665;p64"/>
            <p:cNvSpPr/>
            <p:nvPr/>
          </p:nvSpPr>
          <p:spPr bwMode="auto">
            <a:xfrm flipH="1">
              <a:off x="0" y="0"/>
              <a:ext cx="682853" cy="68683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grpSp>
          <p:nvGrpSpPr>
            <p:cNvPr id="638131440" name="Google Shape;1666;p64"/>
            <p:cNvGrpSpPr/>
            <p:nvPr/>
          </p:nvGrpSpPr>
          <p:grpSpPr bwMode="auto">
            <a:xfrm flipH="0" flipV="0">
              <a:off x="107659" y="120511"/>
              <a:ext cx="467538" cy="463918"/>
              <a:chOff x="0" y="0"/>
              <a:chExt cx="467538" cy="463918"/>
            </a:xfrm>
          </p:grpSpPr>
          <p:sp>
            <p:nvSpPr>
              <p:cNvPr id="1095049663" name="Google Shape;1667;p64"/>
              <p:cNvSpPr/>
              <p:nvPr/>
            </p:nvSpPr>
            <p:spPr bwMode="auto">
              <a:xfrm>
                <a:off x="87078" y="105143"/>
                <a:ext cx="141825" cy="102116"/>
              </a:xfrm>
              <a:custGeom>
                <a:avLst/>
                <a:gdLst/>
                <a:ahLst/>
                <a:cxnLst/>
                <a:rect l="l" t="t" r="r" b="b"/>
                <a:pathLst>
                  <a:path w="5877" h="4207" fill="norm" stroke="1" extrusionOk="0">
                    <a:moveTo>
                      <a:pt x="3284" y="519"/>
                    </a:moveTo>
                    <a:lnTo>
                      <a:pt x="2996" y="980"/>
                    </a:lnTo>
                    <a:lnTo>
                      <a:pt x="750" y="980"/>
                    </a:lnTo>
                    <a:lnTo>
                      <a:pt x="1038" y="519"/>
                    </a:lnTo>
                    <a:close/>
                    <a:moveTo>
                      <a:pt x="4840" y="519"/>
                    </a:moveTo>
                    <a:lnTo>
                      <a:pt x="5128" y="980"/>
                    </a:lnTo>
                    <a:lnTo>
                      <a:pt x="4552" y="980"/>
                    </a:lnTo>
                    <a:lnTo>
                      <a:pt x="4206" y="519"/>
                    </a:lnTo>
                    <a:close/>
                    <a:moveTo>
                      <a:pt x="3515" y="980"/>
                    </a:moveTo>
                    <a:lnTo>
                      <a:pt x="3515" y="3746"/>
                    </a:lnTo>
                    <a:lnTo>
                      <a:pt x="1153" y="3746"/>
                    </a:lnTo>
                    <a:lnTo>
                      <a:pt x="1153" y="1441"/>
                    </a:lnTo>
                    <a:lnTo>
                      <a:pt x="3054" y="1441"/>
                    </a:lnTo>
                    <a:cubicBezTo>
                      <a:pt x="3169" y="1441"/>
                      <a:pt x="3227" y="1384"/>
                      <a:pt x="3284" y="1326"/>
                    </a:cubicBezTo>
                    <a:lnTo>
                      <a:pt x="3515" y="980"/>
                    </a:lnTo>
                    <a:close/>
                    <a:moveTo>
                      <a:pt x="3976" y="980"/>
                    </a:moveTo>
                    <a:lnTo>
                      <a:pt x="4206" y="1326"/>
                    </a:lnTo>
                    <a:cubicBezTo>
                      <a:pt x="4264" y="1384"/>
                      <a:pt x="4321" y="1384"/>
                      <a:pt x="4379" y="1384"/>
                    </a:cubicBezTo>
                    <a:lnTo>
                      <a:pt x="4725" y="1384"/>
                    </a:lnTo>
                    <a:lnTo>
                      <a:pt x="4725" y="3746"/>
                    </a:lnTo>
                    <a:lnTo>
                      <a:pt x="3976" y="3746"/>
                    </a:lnTo>
                    <a:lnTo>
                      <a:pt x="3976" y="980"/>
                    </a:lnTo>
                    <a:close/>
                    <a:moveTo>
                      <a:pt x="922" y="1"/>
                    </a:moveTo>
                    <a:cubicBezTo>
                      <a:pt x="865" y="1"/>
                      <a:pt x="807" y="59"/>
                      <a:pt x="750" y="116"/>
                    </a:cubicBezTo>
                    <a:lnTo>
                      <a:pt x="58" y="1038"/>
                    </a:lnTo>
                    <a:cubicBezTo>
                      <a:pt x="1" y="1153"/>
                      <a:pt x="1" y="1268"/>
                      <a:pt x="116" y="1326"/>
                    </a:cubicBezTo>
                    <a:lnTo>
                      <a:pt x="116" y="1384"/>
                    </a:lnTo>
                    <a:cubicBezTo>
                      <a:pt x="173" y="1384"/>
                      <a:pt x="231" y="1441"/>
                      <a:pt x="289" y="1441"/>
                    </a:cubicBezTo>
                    <a:lnTo>
                      <a:pt x="692" y="1441"/>
                    </a:lnTo>
                    <a:lnTo>
                      <a:pt x="692" y="3976"/>
                    </a:lnTo>
                    <a:cubicBezTo>
                      <a:pt x="692" y="4091"/>
                      <a:pt x="807" y="4206"/>
                      <a:pt x="922" y="4206"/>
                    </a:cubicBezTo>
                    <a:lnTo>
                      <a:pt x="4955" y="4206"/>
                    </a:lnTo>
                    <a:cubicBezTo>
                      <a:pt x="5070" y="4206"/>
                      <a:pt x="5186" y="4091"/>
                      <a:pt x="5186" y="3976"/>
                    </a:cubicBezTo>
                    <a:lnTo>
                      <a:pt x="5186" y="1384"/>
                    </a:lnTo>
                    <a:lnTo>
                      <a:pt x="5589" y="1384"/>
                    </a:lnTo>
                    <a:cubicBezTo>
                      <a:pt x="5762" y="1384"/>
                      <a:pt x="5877" y="1211"/>
                      <a:pt x="5819" y="1038"/>
                    </a:cubicBezTo>
                    <a:lnTo>
                      <a:pt x="5128" y="116"/>
                    </a:lnTo>
                    <a:cubicBezTo>
                      <a:pt x="5070" y="59"/>
                      <a:pt x="5013" y="1"/>
                      <a:pt x="495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68758298" name="Google Shape;1668;p64"/>
              <p:cNvSpPr/>
              <p:nvPr/>
            </p:nvSpPr>
            <p:spPr bwMode="auto">
              <a:xfrm>
                <a:off x="37026" y="36741"/>
                <a:ext cx="393480" cy="390433"/>
              </a:xfrm>
              <a:custGeom>
                <a:avLst/>
                <a:gdLst/>
                <a:ahLst/>
                <a:cxnLst/>
                <a:rect l="l" t="t" r="r" b="b"/>
                <a:pathLst>
                  <a:path w="16305" h="16085" fill="norm" stroke="1" extrusionOk="0">
                    <a:moveTo>
                      <a:pt x="11262" y="5774"/>
                    </a:moveTo>
                    <a:cubicBezTo>
                      <a:pt x="11732" y="5774"/>
                      <a:pt x="12208" y="5847"/>
                      <a:pt x="12675" y="5987"/>
                    </a:cubicBezTo>
                    <a:cubicBezTo>
                      <a:pt x="13770" y="6333"/>
                      <a:pt x="14691" y="7140"/>
                      <a:pt x="15210" y="8177"/>
                    </a:cubicBezTo>
                    <a:cubicBezTo>
                      <a:pt x="15671" y="9098"/>
                      <a:pt x="15844" y="10078"/>
                      <a:pt x="15613" y="11057"/>
                    </a:cubicBezTo>
                    <a:lnTo>
                      <a:pt x="15671" y="11057"/>
                    </a:lnTo>
                    <a:cubicBezTo>
                      <a:pt x="15440" y="12037"/>
                      <a:pt x="14922" y="12901"/>
                      <a:pt x="14231" y="13534"/>
                    </a:cubicBezTo>
                    <a:cubicBezTo>
                      <a:pt x="14173" y="13592"/>
                      <a:pt x="14115" y="13650"/>
                      <a:pt x="14115" y="13707"/>
                    </a:cubicBezTo>
                    <a:lnTo>
                      <a:pt x="14115" y="15436"/>
                    </a:lnTo>
                    <a:lnTo>
                      <a:pt x="12502" y="14514"/>
                    </a:lnTo>
                    <a:lnTo>
                      <a:pt x="12329" y="14514"/>
                    </a:lnTo>
                    <a:cubicBezTo>
                      <a:pt x="11993" y="14593"/>
                      <a:pt x="11657" y="14631"/>
                      <a:pt x="11324" y="14631"/>
                    </a:cubicBezTo>
                    <a:cubicBezTo>
                      <a:pt x="10685" y="14631"/>
                      <a:pt x="10054" y="14491"/>
                      <a:pt x="9449" y="14226"/>
                    </a:cubicBezTo>
                    <a:cubicBezTo>
                      <a:pt x="8527" y="13823"/>
                      <a:pt x="7836" y="13131"/>
                      <a:pt x="7375" y="12209"/>
                    </a:cubicBezTo>
                    <a:cubicBezTo>
                      <a:pt x="6223" y="10020"/>
                      <a:pt x="7087" y="7370"/>
                      <a:pt x="9276" y="6276"/>
                    </a:cubicBezTo>
                    <a:cubicBezTo>
                      <a:pt x="9893" y="5933"/>
                      <a:pt x="10571" y="5774"/>
                      <a:pt x="11262" y="5774"/>
                    </a:cubicBezTo>
                    <a:close/>
                    <a:moveTo>
                      <a:pt x="4994" y="1"/>
                    </a:moveTo>
                    <a:cubicBezTo>
                      <a:pt x="4318" y="1"/>
                      <a:pt x="3638" y="132"/>
                      <a:pt x="2996" y="399"/>
                    </a:cubicBezTo>
                    <a:cubicBezTo>
                      <a:pt x="2743" y="551"/>
                      <a:pt x="2890" y="881"/>
                      <a:pt x="3125" y="881"/>
                    </a:cubicBezTo>
                    <a:cubicBezTo>
                      <a:pt x="3158" y="881"/>
                      <a:pt x="3192" y="874"/>
                      <a:pt x="3227" y="860"/>
                    </a:cubicBezTo>
                    <a:cubicBezTo>
                      <a:pt x="3789" y="593"/>
                      <a:pt x="4388" y="462"/>
                      <a:pt x="4989" y="462"/>
                    </a:cubicBezTo>
                    <a:cubicBezTo>
                      <a:pt x="5684" y="462"/>
                      <a:pt x="6381" y="636"/>
                      <a:pt x="7029" y="975"/>
                    </a:cubicBezTo>
                    <a:cubicBezTo>
                      <a:pt x="8758" y="1840"/>
                      <a:pt x="9737" y="3798"/>
                      <a:pt x="9391" y="5699"/>
                    </a:cubicBezTo>
                    <a:cubicBezTo>
                      <a:pt x="7951" y="6276"/>
                      <a:pt x="6914" y="7543"/>
                      <a:pt x="6511" y="9041"/>
                    </a:cubicBezTo>
                    <a:cubicBezTo>
                      <a:pt x="6007" y="9221"/>
                      <a:pt x="5480" y="9311"/>
                      <a:pt x="4945" y="9311"/>
                    </a:cubicBezTo>
                    <a:cubicBezTo>
                      <a:pt x="4624" y="9311"/>
                      <a:pt x="4300" y="9278"/>
                      <a:pt x="3976" y="9214"/>
                    </a:cubicBezTo>
                    <a:lnTo>
                      <a:pt x="3803" y="9214"/>
                    </a:lnTo>
                    <a:lnTo>
                      <a:pt x="2190" y="10135"/>
                    </a:lnTo>
                    <a:lnTo>
                      <a:pt x="2190" y="8407"/>
                    </a:lnTo>
                    <a:cubicBezTo>
                      <a:pt x="2190" y="8350"/>
                      <a:pt x="2132" y="8292"/>
                      <a:pt x="2132" y="8234"/>
                    </a:cubicBezTo>
                    <a:cubicBezTo>
                      <a:pt x="1383" y="7601"/>
                      <a:pt x="865" y="6736"/>
                      <a:pt x="692" y="5757"/>
                    </a:cubicBezTo>
                    <a:cubicBezTo>
                      <a:pt x="462" y="4778"/>
                      <a:pt x="634" y="3798"/>
                      <a:pt x="1095" y="2877"/>
                    </a:cubicBezTo>
                    <a:cubicBezTo>
                      <a:pt x="1326" y="2358"/>
                      <a:pt x="1729" y="1897"/>
                      <a:pt x="2190" y="1494"/>
                    </a:cubicBezTo>
                    <a:cubicBezTo>
                      <a:pt x="2376" y="1354"/>
                      <a:pt x="2186" y="1101"/>
                      <a:pt x="1984" y="1101"/>
                    </a:cubicBezTo>
                    <a:cubicBezTo>
                      <a:pt x="1936" y="1101"/>
                      <a:pt x="1888" y="1115"/>
                      <a:pt x="1844" y="1148"/>
                    </a:cubicBezTo>
                    <a:cubicBezTo>
                      <a:pt x="1383" y="1551"/>
                      <a:pt x="980" y="2070"/>
                      <a:pt x="634" y="2646"/>
                    </a:cubicBezTo>
                    <a:cubicBezTo>
                      <a:pt x="116" y="3683"/>
                      <a:pt x="1" y="4778"/>
                      <a:pt x="231" y="5872"/>
                    </a:cubicBezTo>
                    <a:cubicBezTo>
                      <a:pt x="404" y="6852"/>
                      <a:pt x="922" y="7831"/>
                      <a:pt x="1729" y="8522"/>
                    </a:cubicBezTo>
                    <a:lnTo>
                      <a:pt x="1729" y="10539"/>
                    </a:lnTo>
                    <a:cubicBezTo>
                      <a:pt x="1729" y="10681"/>
                      <a:pt x="1846" y="10784"/>
                      <a:pt x="1984" y="10784"/>
                    </a:cubicBezTo>
                    <a:cubicBezTo>
                      <a:pt x="2013" y="10784"/>
                      <a:pt x="2044" y="10779"/>
                      <a:pt x="2075" y="10769"/>
                    </a:cubicBezTo>
                    <a:lnTo>
                      <a:pt x="3976" y="9675"/>
                    </a:lnTo>
                    <a:cubicBezTo>
                      <a:pt x="4350" y="9755"/>
                      <a:pt x="4737" y="9798"/>
                      <a:pt x="5124" y="9798"/>
                    </a:cubicBezTo>
                    <a:cubicBezTo>
                      <a:pt x="5572" y="9798"/>
                      <a:pt x="6021" y="9740"/>
                      <a:pt x="6453" y="9617"/>
                    </a:cubicBezTo>
                    <a:lnTo>
                      <a:pt x="6453" y="9617"/>
                    </a:lnTo>
                    <a:cubicBezTo>
                      <a:pt x="6338" y="10539"/>
                      <a:pt x="6453" y="11518"/>
                      <a:pt x="6914" y="12440"/>
                    </a:cubicBezTo>
                    <a:cubicBezTo>
                      <a:pt x="7432" y="13419"/>
                      <a:pt x="8239" y="14226"/>
                      <a:pt x="9276" y="14687"/>
                    </a:cubicBezTo>
                    <a:cubicBezTo>
                      <a:pt x="9919" y="14952"/>
                      <a:pt x="10588" y="15092"/>
                      <a:pt x="11264" y="15092"/>
                    </a:cubicBezTo>
                    <a:cubicBezTo>
                      <a:pt x="11618" y="15092"/>
                      <a:pt x="11974" y="15054"/>
                      <a:pt x="12329" y="14975"/>
                    </a:cubicBezTo>
                    <a:lnTo>
                      <a:pt x="14231" y="16069"/>
                    </a:lnTo>
                    <a:cubicBezTo>
                      <a:pt x="14261" y="16080"/>
                      <a:pt x="14292" y="16084"/>
                      <a:pt x="14321" y="16084"/>
                    </a:cubicBezTo>
                    <a:cubicBezTo>
                      <a:pt x="14459" y="16084"/>
                      <a:pt x="14576" y="15981"/>
                      <a:pt x="14576" y="15839"/>
                    </a:cubicBezTo>
                    <a:lnTo>
                      <a:pt x="14576" y="13823"/>
                    </a:lnTo>
                    <a:cubicBezTo>
                      <a:pt x="15383" y="13131"/>
                      <a:pt x="15901" y="12152"/>
                      <a:pt x="16132" y="11172"/>
                    </a:cubicBezTo>
                    <a:cubicBezTo>
                      <a:pt x="16305" y="10078"/>
                      <a:pt x="16189" y="8926"/>
                      <a:pt x="15671" y="7946"/>
                    </a:cubicBezTo>
                    <a:cubicBezTo>
                      <a:pt x="14810" y="6271"/>
                      <a:pt x="13096" y="5307"/>
                      <a:pt x="11338" y="5307"/>
                    </a:cubicBezTo>
                    <a:cubicBezTo>
                      <a:pt x="10860" y="5307"/>
                      <a:pt x="10378" y="5379"/>
                      <a:pt x="9910" y="5527"/>
                    </a:cubicBezTo>
                    <a:cubicBezTo>
                      <a:pt x="10140" y="3510"/>
                      <a:pt x="9103" y="1494"/>
                      <a:pt x="7260" y="514"/>
                    </a:cubicBezTo>
                    <a:cubicBezTo>
                      <a:pt x="6550" y="175"/>
                      <a:pt x="5774" y="1"/>
                      <a:pt x="49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616517436" name="Google Shape;1669;p64"/>
              <p:cNvSpPr/>
              <p:nvPr/>
            </p:nvSpPr>
            <p:spPr bwMode="auto">
              <a:xfrm>
                <a:off x="249756" y="225416"/>
                <a:ext cx="11957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4955" h="4898" fill="norm" stroke="1" extrusionOk="0">
                    <a:moveTo>
                      <a:pt x="2477" y="0"/>
                    </a:moveTo>
                    <a:cubicBezTo>
                      <a:pt x="1152" y="0"/>
                      <a:pt x="0" y="1095"/>
                      <a:pt x="0" y="2420"/>
                    </a:cubicBezTo>
                    <a:cubicBezTo>
                      <a:pt x="0" y="3803"/>
                      <a:pt x="1152" y="4897"/>
                      <a:pt x="2477" y="4897"/>
                    </a:cubicBezTo>
                    <a:cubicBezTo>
                      <a:pt x="2938" y="4897"/>
                      <a:pt x="3399" y="4782"/>
                      <a:pt x="3802" y="4494"/>
                    </a:cubicBezTo>
                    <a:cubicBezTo>
                      <a:pt x="3994" y="4351"/>
                      <a:pt x="3868" y="4049"/>
                      <a:pt x="3687" y="4049"/>
                    </a:cubicBezTo>
                    <a:cubicBezTo>
                      <a:pt x="3650" y="4049"/>
                      <a:pt x="3611" y="4061"/>
                      <a:pt x="3572" y="4091"/>
                    </a:cubicBezTo>
                    <a:cubicBezTo>
                      <a:pt x="3226" y="4321"/>
                      <a:pt x="2881" y="4436"/>
                      <a:pt x="2477" y="4436"/>
                    </a:cubicBezTo>
                    <a:cubicBezTo>
                      <a:pt x="1383" y="4436"/>
                      <a:pt x="519" y="3515"/>
                      <a:pt x="519" y="2420"/>
                    </a:cubicBezTo>
                    <a:cubicBezTo>
                      <a:pt x="519" y="1325"/>
                      <a:pt x="1383" y="461"/>
                      <a:pt x="2477" y="461"/>
                    </a:cubicBezTo>
                    <a:cubicBezTo>
                      <a:pt x="3572" y="461"/>
                      <a:pt x="4494" y="1325"/>
                      <a:pt x="4494" y="2420"/>
                    </a:cubicBezTo>
                    <a:cubicBezTo>
                      <a:pt x="4494" y="2766"/>
                      <a:pt x="4379" y="3054"/>
                      <a:pt x="4263" y="3342"/>
                    </a:cubicBezTo>
                    <a:cubicBezTo>
                      <a:pt x="4146" y="3537"/>
                      <a:pt x="4320" y="3679"/>
                      <a:pt x="4480" y="3679"/>
                    </a:cubicBezTo>
                    <a:cubicBezTo>
                      <a:pt x="4556" y="3679"/>
                      <a:pt x="4629" y="3647"/>
                      <a:pt x="4667" y="3572"/>
                    </a:cubicBezTo>
                    <a:cubicBezTo>
                      <a:pt x="4839" y="3169"/>
                      <a:pt x="4955" y="2823"/>
                      <a:pt x="4955" y="2420"/>
                    </a:cubicBezTo>
                    <a:cubicBezTo>
                      <a:pt x="4955" y="1095"/>
                      <a:pt x="3860" y="0"/>
                      <a:pt x="24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380274730" name="Google Shape;1670;p64"/>
              <p:cNvSpPr/>
              <p:nvPr/>
            </p:nvSpPr>
            <p:spPr bwMode="auto">
              <a:xfrm>
                <a:off x="291457" y="249544"/>
                <a:ext cx="37549" cy="7238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2982" fill="norm" stroke="1" extrusionOk="0">
                    <a:moveTo>
                      <a:pt x="778" y="0"/>
                    </a:moveTo>
                    <a:cubicBezTo>
                      <a:pt x="649" y="0"/>
                      <a:pt x="519" y="72"/>
                      <a:pt x="519" y="216"/>
                    </a:cubicBezTo>
                    <a:lnTo>
                      <a:pt x="519" y="331"/>
                    </a:lnTo>
                    <a:cubicBezTo>
                      <a:pt x="289" y="447"/>
                      <a:pt x="173" y="620"/>
                      <a:pt x="116" y="850"/>
                    </a:cubicBezTo>
                    <a:cubicBezTo>
                      <a:pt x="58" y="1080"/>
                      <a:pt x="116" y="1253"/>
                      <a:pt x="289" y="1426"/>
                    </a:cubicBezTo>
                    <a:cubicBezTo>
                      <a:pt x="461" y="1541"/>
                      <a:pt x="634" y="1599"/>
                      <a:pt x="865" y="1714"/>
                    </a:cubicBezTo>
                    <a:cubicBezTo>
                      <a:pt x="1037" y="1714"/>
                      <a:pt x="1037" y="1829"/>
                      <a:pt x="1037" y="1945"/>
                    </a:cubicBezTo>
                    <a:cubicBezTo>
                      <a:pt x="980" y="2002"/>
                      <a:pt x="922" y="2117"/>
                      <a:pt x="749" y="2117"/>
                    </a:cubicBezTo>
                    <a:cubicBezTo>
                      <a:pt x="577" y="2117"/>
                      <a:pt x="519" y="2117"/>
                      <a:pt x="404" y="2060"/>
                    </a:cubicBezTo>
                    <a:cubicBezTo>
                      <a:pt x="356" y="2036"/>
                      <a:pt x="308" y="2022"/>
                      <a:pt x="265" y="2022"/>
                    </a:cubicBezTo>
                    <a:cubicBezTo>
                      <a:pt x="203" y="2022"/>
                      <a:pt x="149" y="2050"/>
                      <a:pt x="116" y="2117"/>
                    </a:cubicBezTo>
                    <a:cubicBezTo>
                      <a:pt x="0" y="2233"/>
                      <a:pt x="0" y="2348"/>
                      <a:pt x="116" y="2463"/>
                    </a:cubicBezTo>
                    <a:cubicBezTo>
                      <a:pt x="289" y="2521"/>
                      <a:pt x="404" y="2578"/>
                      <a:pt x="519" y="2578"/>
                    </a:cubicBezTo>
                    <a:lnTo>
                      <a:pt x="519" y="2693"/>
                    </a:lnTo>
                    <a:cubicBezTo>
                      <a:pt x="519" y="2866"/>
                      <a:pt x="634" y="2982"/>
                      <a:pt x="749" y="2982"/>
                    </a:cubicBezTo>
                    <a:lnTo>
                      <a:pt x="749" y="2924"/>
                    </a:lnTo>
                    <a:cubicBezTo>
                      <a:pt x="865" y="2924"/>
                      <a:pt x="980" y="2866"/>
                      <a:pt x="980" y="2693"/>
                    </a:cubicBezTo>
                    <a:lnTo>
                      <a:pt x="980" y="2578"/>
                    </a:lnTo>
                    <a:cubicBezTo>
                      <a:pt x="980" y="2578"/>
                      <a:pt x="1441" y="2233"/>
                      <a:pt x="1498" y="2002"/>
                    </a:cubicBezTo>
                    <a:cubicBezTo>
                      <a:pt x="1556" y="1657"/>
                      <a:pt x="1383" y="1368"/>
                      <a:pt x="1037" y="1253"/>
                    </a:cubicBezTo>
                    <a:cubicBezTo>
                      <a:pt x="865" y="1196"/>
                      <a:pt x="692" y="1080"/>
                      <a:pt x="577" y="1023"/>
                    </a:cubicBezTo>
                    <a:cubicBezTo>
                      <a:pt x="577" y="1023"/>
                      <a:pt x="577" y="965"/>
                      <a:pt x="577" y="908"/>
                    </a:cubicBezTo>
                    <a:cubicBezTo>
                      <a:pt x="577" y="908"/>
                      <a:pt x="577" y="792"/>
                      <a:pt x="692" y="792"/>
                    </a:cubicBezTo>
                    <a:cubicBezTo>
                      <a:pt x="726" y="781"/>
                      <a:pt x="759" y="776"/>
                      <a:pt x="788" y="776"/>
                    </a:cubicBezTo>
                    <a:cubicBezTo>
                      <a:pt x="906" y="776"/>
                      <a:pt x="980" y="850"/>
                      <a:pt x="980" y="850"/>
                    </a:cubicBezTo>
                    <a:cubicBezTo>
                      <a:pt x="980" y="850"/>
                      <a:pt x="1036" y="888"/>
                      <a:pt x="1106" y="888"/>
                    </a:cubicBezTo>
                    <a:cubicBezTo>
                      <a:pt x="1159" y="888"/>
                      <a:pt x="1219" y="866"/>
                      <a:pt x="1268" y="792"/>
                    </a:cubicBezTo>
                    <a:cubicBezTo>
                      <a:pt x="1441" y="677"/>
                      <a:pt x="1326" y="504"/>
                      <a:pt x="1326" y="504"/>
                    </a:cubicBezTo>
                    <a:cubicBezTo>
                      <a:pt x="1268" y="447"/>
                      <a:pt x="1037" y="331"/>
                      <a:pt x="1037" y="331"/>
                    </a:cubicBezTo>
                    <a:lnTo>
                      <a:pt x="1037" y="216"/>
                    </a:lnTo>
                    <a:cubicBezTo>
                      <a:pt x="1037" y="72"/>
                      <a:pt x="908" y="0"/>
                      <a:pt x="7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128814971" name="Google Shape;1388;p64"/>
          <p:cNvGrpSpPr/>
          <p:nvPr/>
        </p:nvGrpSpPr>
        <p:grpSpPr bwMode="auto">
          <a:xfrm flipH="0" flipV="0">
            <a:off x="6853738" y="2180190"/>
            <a:ext cx="706436" cy="686835"/>
            <a:chOff x="0" y="0"/>
            <a:chExt cx="706436" cy="686835"/>
          </a:xfrm>
        </p:grpSpPr>
        <p:sp>
          <p:nvSpPr>
            <p:cNvPr id="1588383826" name="Google Shape;1389;p64"/>
            <p:cNvSpPr/>
            <p:nvPr/>
          </p:nvSpPr>
          <p:spPr bwMode="auto">
            <a:xfrm flipH="1">
              <a:off x="0" y="0"/>
              <a:ext cx="706436" cy="686835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grpSp>
          <p:nvGrpSpPr>
            <p:cNvPr id="671377331" name="Google Shape;1390;p64"/>
            <p:cNvGrpSpPr/>
            <p:nvPr/>
          </p:nvGrpSpPr>
          <p:grpSpPr bwMode="auto">
            <a:xfrm flipH="0" flipV="0">
              <a:off x="114345" y="111144"/>
              <a:ext cx="473420" cy="464495"/>
              <a:chOff x="0" y="0"/>
              <a:chExt cx="473420" cy="464495"/>
            </a:xfrm>
          </p:grpSpPr>
          <p:sp>
            <p:nvSpPr>
              <p:cNvPr id="535997862" name="Google Shape;1391;p64"/>
              <p:cNvSpPr/>
              <p:nvPr/>
            </p:nvSpPr>
            <p:spPr bwMode="auto">
              <a:xfrm>
                <a:off x="214202" y="98853"/>
                <a:ext cx="49131" cy="92697"/>
              </a:xfrm>
              <a:custGeom>
                <a:avLst/>
                <a:gdLst/>
                <a:ahLst/>
                <a:cxnLst/>
                <a:rect l="l" t="t" r="r" b="b"/>
                <a:pathLst>
                  <a:path w="1968" h="3819" fill="norm" stroke="1" extrusionOk="0">
                    <a:moveTo>
                      <a:pt x="1046" y="1"/>
                    </a:moveTo>
                    <a:cubicBezTo>
                      <a:pt x="873" y="1"/>
                      <a:pt x="758" y="116"/>
                      <a:pt x="758" y="231"/>
                    </a:cubicBezTo>
                    <a:lnTo>
                      <a:pt x="758" y="462"/>
                    </a:lnTo>
                    <a:cubicBezTo>
                      <a:pt x="470" y="577"/>
                      <a:pt x="239" y="807"/>
                      <a:pt x="181" y="1096"/>
                    </a:cubicBezTo>
                    <a:cubicBezTo>
                      <a:pt x="124" y="1384"/>
                      <a:pt x="181" y="1614"/>
                      <a:pt x="412" y="1787"/>
                    </a:cubicBezTo>
                    <a:cubicBezTo>
                      <a:pt x="527" y="1902"/>
                      <a:pt x="758" y="2017"/>
                      <a:pt x="1161" y="2133"/>
                    </a:cubicBezTo>
                    <a:cubicBezTo>
                      <a:pt x="1449" y="2190"/>
                      <a:pt x="1391" y="2421"/>
                      <a:pt x="1391" y="2536"/>
                    </a:cubicBezTo>
                    <a:cubicBezTo>
                      <a:pt x="1391" y="2709"/>
                      <a:pt x="1218" y="2881"/>
                      <a:pt x="988" y="2881"/>
                    </a:cubicBezTo>
                    <a:cubicBezTo>
                      <a:pt x="700" y="2881"/>
                      <a:pt x="642" y="2881"/>
                      <a:pt x="470" y="2766"/>
                    </a:cubicBezTo>
                    <a:cubicBezTo>
                      <a:pt x="408" y="2729"/>
                      <a:pt x="349" y="2714"/>
                      <a:pt x="297" y="2714"/>
                    </a:cubicBezTo>
                    <a:cubicBezTo>
                      <a:pt x="104" y="2714"/>
                      <a:pt x="0" y="2931"/>
                      <a:pt x="181" y="3112"/>
                    </a:cubicBezTo>
                    <a:lnTo>
                      <a:pt x="181" y="3170"/>
                    </a:lnTo>
                    <a:cubicBezTo>
                      <a:pt x="412" y="3285"/>
                      <a:pt x="585" y="3342"/>
                      <a:pt x="758" y="3342"/>
                    </a:cubicBezTo>
                    <a:lnTo>
                      <a:pt x="758" y="3573"/>
                    </a:lnTo>
                    <a:cubicBezTo>
                      <a:pt x="758" y="3688"/>
                      <a:pt x="815" y="3746"/>
                      <a:pt x="930" y="3803"/>
                    </a:cubicBezTo>
                    <a:cubicBezTo>
                      <a:pt x="951" y="3813"/>
                      <a:pt x="973" y="3818"/>
                      <a:pt x="996" y="3818"/>
                    </a:cubicBezTo>
                    <a:cubicBezTo>
                      <a:pt x="1101" y="3818"/>
                      <a:pt x="1218" y="3715"/>
                      <a:pt x="1218" y="3573"/>
                    </a:cubicBezTo>
                    <a:lnTo>
                      <a:pt x="1218" y="3342"/>
                    </a:lnTo>
                    <a:cubicBezTo>
                      <a:pt x="1564" y="3227"/>
                      <a:pt x="1852" y="2881"/>
                      <a:pt x="1852" y="2593"/>
                    </a:cubicBezTo>
                    <a:cubicBezTo>
                      <a:pt x="1967" y="2190"/>
                      <a:pt x="1737" y="1787"/>
                      <a:pt x="1334" y="1672"/>
                    </a:cubicBezTo>
                    <a:cubicBezTo>
                      <a:pt x="1103" y="1614"/>
                      <a:pt x="815" y="1499"/>
                      <a:pt x="700" y="1384"/>
                    </a:cubicBezTo>
                    <a:cubicBezTo>
                      <a:pt x="527" y="1268"/>
                      <a:pt x="700" y="980"/>
                      <a:pt x="815" y="923"/>
                    </a:cubicBezTo>
                    <a:cubicBezTo>
                      <a:pt x="870" y="912"/>
                      <a:pt x="923" y="907"/>
                      <a:pt x="973" y="907"/>
                    </a:cubicBezTo>
                    <a:cubicBezTo>
                      <a:pt x="1183" y="907"/>
                      <a:pt x="1334" y="991"/>
                      <a:pt x="1334" y="1038"/>
                    </a:cubicBezTo>
                    <a:cubicBezTo>
                      <a:pt x="1387" y="1091"/>
                      <a:pt x="1447" y="1114"/>
                      <a:pt x="1504" y="1114"/>
                    </a:cubicBezTo>
                    <a:cubicBezTo>
                      <a:pt x="1691" y="1114"/>
                      <a:pt x="1843" y="869"/>
                      <a:pt x="1622" y="692"/>
                    </a:cubicBezTo>
                    <a:cubicBezTo>
                      <a:pt x="1564" y="577"/>
                      <a:pt x="1391" y="519"/>
                      <a:pt x="1218" y="462"/>
                    </a:cubicBezTo>
                    <a:lnTo>
                      <a:pt x="1218" y="231"/>
                    </a:lnTo>
                    <a:cubicBezTo>
                      <a:pt x="1218" y="174"/>
                      <a:pt x="1161" y="59"/>
                      <a:pt x="10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61740520" name="Google Shape;1392;p64"/>
              <p:cNvSpPr/>
              <p:nvPr/>
            </p:nvSpPr>
            <p:spPr bwMode="auto">
              <a:xfrm>
                <a:off x="37494" y="36787"/>
                <a:ext cx="398430" cy="390919"/>
              </a:xfrm>
              <a:custGeom>
                <a:avLst/>
                <a:gdLst/>
                <a:ahLst/>
                <a:cxnLst/>
                <a:rect l="l" t="t" r="r" b="b"/>
                <a:pathLst>
                  <a:path w="15959" h="16105" fill="norm" stroke="1" extrusionOk="0">
                    <a:moveTo>
                      <a:pt x="5185" y="542"/>
                    </a:moveTo>
                    <a:lnTo>
                      <a:pt x="5416" y="1118"/>
                    </a:lnTo>
                    <a:cubicBezTo>
                      <a:pt x="5378" y="1125"/>
                      <a:pt x="5339" y="1129"/>
                      <a:pt x="5300" y="1129"/>
                    </a:cubicBezTo>
                    <a:cubicBezTo>
                      <a:pt x="5040" y="1129"/>
                      <a:pt x="4759" y="972"/>
                      <a:pt x="4609" y="772"/>
                    </a:cubicBezTo>
                    <a:lnTo>
                      <a:pt x="5185" y="542"/>
                    </a:lnTo>
                    <a:close/>
                    <a:moveTo>
                      <a:pt x="10947" y="542"/>
                    </a:moveTo>
                    <a:lnTo>
                      <a:pt x="11523" y="772"/>
                    </a:lnTo>
                    <a:cubicBezTo>
                      <a:pt x="11373" y="972"/>
                      <a:pt x="11092" y="1129"/>
                      <a:pt x="10794" y="1129"/>
                    </a:cubicBezTo>
                    <a:cubicBezTo>
                      <a:pt x="10749" y="1129"/>
                      <a:pt x="10704" y="1125"/>
                      <a:pt x="10659" y="1118"/>
                    </a:cubicBezTo>
                    <a:lnTo>
                      <a:pt x="10947" y="542"/>
                    </a:lnTo>
                    <a:close/>
                    <a:moveTo>
                      <a:pt x="1902" y="1924"/>
                    </a:moveTo>
                    <a:lnTo>
                      <a:pt x="1902" y="1924"/>
                    </a:lnTo>
                    <a:cubicBezTo>
                      <a:pt x="1959" y="2212"/>
                      <a:pt x="1786" y="2558"/>
                      <a:pt x="1556" y="2731"/>
                    </a:cubicBezTo>
                    <a:lnTo>
                      <a:pt x="1326" y="2155"/>
                    </a:lnTo>
                    <a:lnTo>
                      <a:pt x="1902" y="1924"/>
                    </a:lnTo>
                    <a:close/>
                    <a:moveTo>
                      <a:pt x="14230" y="1924"/>
                    </a:moveTo>
                    <a:lnTo>
                      <a:pt x="14806" y="2155"/>
                    </a:lnTo>
                    <a:lnTo>
                      <a:pt x="14576" y="2731"/>
                    </a:lnTo>
                    <a:cubicBezTo>
                      <a:pt x="14288" y="2558"/>
                      <a:pt x="14173" y="2212"/>
                      <a:pt x="14230" y="1924"/>
                    </a:cubicBezTo>
                    <a:close/>
                    <a:moveTo>
                      <a:pt x="4667" y="3825"/>
                    </a:moveTo>
                    <a:cubicBezTo>
                      <a:pt x="4667" y="4056"/>
                      <a:pt x="4609" y="4229"/>
                      <a:pt x="4609" y="4459"/>
                    </a:cubicBezTo>
                    <a:cubicBezTo>
                      <a:pt x="4609" y="5093"/>
                      <a:pt x="4782" y="5669"/>
                      <a:pt x="5070" y="6187"/>
                    </a:cubicBezTo>
                    <a:cubicBezTo>
                      <a:pt x="4985" y="6204"/>
                      <a:pt x="4900" y="6213"/>
                      <a:pt x="4816" y="6213"/>
                    </a:cubicBezTo>
                    <a:cubicBezTo>
                      <a:pt x="4332" y="6213"/>
                      <a:pt x="3884" y="5938"/>
                      <a:pt x="3688" y="5496"/>
                    </a:cubicBezTo>
                    <a:cubicBezTo>
                      <a:pt x="3457" y="4862"/>
                      <a:pt x="3688" y="4171"/>
                      <a:pt x="4321" y="3883"/>
                    </a:cubicBezTo>
                    <a:cubicBezTo>
                      <a:pt x="4437" y="3883"/>
                      <a:pt x="4552" y="3825"/>
                      <a:pt x="4667" y="3825"/>
                    </a:cubicBezTo>
                    <a:close/>
                    <a:moveTo>
                      <a:pt x="11465" y="3825"/>
                    </a:moveTo>
                    <a:cubicBezTo>
                      <a:pt x="11580" y="3825"/>
                      <a:pt x="11696" y="3883"/>
                      <a:pt x="11811" y="3941"/>
                    </a:cubicBezTo>
                    <a:cubicBezTo>
                      <a:pt x="12387" y="4171"/>
                      <a:pt x="12675" y="4862"/>
                      <a:pt x="12444" y="5496"/>
                    </a:cubicBezTo>
                    <a:cubicBezTo>
                      <a:pt x="12272" y="5842"/>
                      <a:pt x="11926" y="6130"/>
                      <a:pt x="11523" y="6187"/>
                    </a:cubicBezTo>
                    <a:cubicBezTo>
                      <a:pt x="11484" y="6207"/>
                      <a:pt x="11439" y="6213"/>
                      <a:pt x="11390" y="6213"/>
                    </a:cubicBezTo>
                    <a:cubicBezTo>
                      <a:pt x="11292" y="6213"/>
                      <a:pt x="11177" y="6187"/>
                      <a:pt x="11062" y="6187"/>
                    </a:cubicBezTo>
                    <a:cubicBezTo>
                      <a:pt x="11350" y="5669"/>
                      <a:pt x="11523" y="5093"/>
                      <a:pt x="11523" y="4459"/>
                    </a:cubicBezTo>
                    <a:cubicBezTo>
                      <a:pt x="11523" y="4229"/>
                      <a:pt x="11465" y="4056"/>
                      <a:pt x="11465" y="3825"/>
                    </a:cubicBezTo>
                    <a:close/>
                    <a:moveTo>
                      <a:pt x="8066" y="1521"/>
                    </a:moveTo>
                    <a:cubicBezTo>
                      <a:pt x="8757" y="1521"/>
                      <a:pt x="9449" y="1751"/>
                      <a:pt x="9852" y="2097"/>
                    </a:cubicBezTo>
                    <a:cubicBezTo>
                      <a:pt x="10601" y="2673"/>
                      <a:pt x="11062" y="3537"/>
                      <a:pt x="11062" y="4459"/>
                    </a:cubicBezTo>
                    <a:cubicBezTo>
                      <a:pt x="11062" y="5669"/>
                      <a:pt x="10313" y="6764"/>
                      <a:pt x="9218" y="7224"/>
                    </a:cubicBezTo>
                    <a:cubicBezTo>
                      <a:pt x="8815" y="6994"/>
                      <a:pt x="8354" y="6879"/>
                      <a:pt x="7893" y="6879"/>
                    </a:cubicBezTo>
                    <a:cubicBezTo>
                      <a:pt x="7490" y="6879"/>
                      <a:pt x="7087" y="6994"/>
                      <a:pt x="6741" y="7109"/>
                    </a:cubicBezTo>
                    <a:cubicBezTo>
                      <a:pt x="5704" y="6648"/>
                      <a:pt x="5070" y="5611"/>
                      <a:pt x="5070" y="4459"/>
                    </a:cubicBezTo>
                    <a:cubicBezTo>
                      <a:pt x="5070" y="2846"/>
                      <a:pt x="6395" y="1521"/>
                      <a:pt x="8066" y="1521"/>
                    </a:cubicBezTo>
                    <a:close/>
                    <a:moveTo>
                      <a:pt x="14346" y="4517"/>
                    </a:moveTo>
                    <a:lnTo>
                      <a:pt x="15383" y="5266"/>
                    </a:lnTo>
                    <a:lnTo>
                      <a:pt x="13251" y="8146"/>
                    </a:lnTo>
                    <a:cubicBezTo>
                      <a:pt x="13136" y="8089"/>
                      <a:pt x="12963" y="8089"/>
                      <a:pt x="12848" y="8089"/>
                    </a:cubicBezTo>
                    <a:lnTo>
                      <a:pt x="12790" y="8089"/>
                    </a:lnTo>
                    <a:lnTo>
                      <a:pt x="14346" y="4517"/>
                    </a:lnTo>
                    <a:close/>
                    <a:moveTo>
                      <a:pt x="4148" y="945"/>
                    </a:moveTo>
                    <a:cubicBezTo>
                      <a:pt x="4379" y="1314"/>
                      <a:pt x="4831" y="1572"/>
                      <a:pt x="5268" y="1572"/>
                    </a:cubicBezTo>
                    <a:cubicBezTo>
                      <a:pt x="5377" y="1572"/>
                      <a:pt x="5485" y="1556"/>
                      <a:pt x="5589" y="1521"/>
                    </a:cubicBezTo>
                    <a:lnTo>
                      <a:pt x="5762" y="1924"/>
                    </a:lnTo>
                    <a:cubicBezTo>
                      <a:pt x="5301" y="2327"/>
                      <a:pt x="5013" y="2788"/>
                      <a:pt x="4782" y="3364"/>
                    </a:cubicBezTo>
                    <a:cubicBezTo>
                      <a:pt x="4552" y="3364"/>
                      <a:pt x="4321" y="3422"/>
                      <a:pt x="4148" y="3480"/>
                    </a:cubicBezTo>
                    <a:cubicBezTo>
                      <a:pt x="3284" y="3825"/>
                      <a:pt x="2881" y="4805"/>
                      <a:pt x="3227" y="5669"/>
                    </a:cubicBezTo>
                    <a:cubicBezTo>
                      <a:pt x="3501" y="6264"/>
                      <a:pt x="4140" y="6677"/>
                      <a:pt x="4795" y="6677"/>
                    </a:cubicBezTo>
                    <a:cubicBezTo>
                      <a:pt x="4965" y="6677"/>
                      <a:pt x="5135" y="6650"/>
                      <a:pt x="5301" y="6591"/>
                    </a:cubicBezTo>
                    <a:cubicBezTo>
                      <a:pt x="5589" y="6879"/>
                      <a:pt x="5877" y="7167"/>
                      <a:pt x="6280" y="7397"/>
                    </a:cubicBezTo>
                    <a:cubicBezTo>
                      <a:pt x="5762" y="7743"/>
                      <a:pt x="5358" y="8261"/>
                      <a:pt x="5128" y="8837"/>
                    </a:cubicBezTo>
                    <a:cubicBezTo>
                      <a:pt x="4725" y="8434"/>
                      <a:pt x="4264" y="8089"/>
                      <a:pt x="3745" y="7973"/>
                    </a:cubicBezTo>
                    <a:lnTo>
                      <a:pt x="2881" y="5842"/>
                    </a:lnTo>
                    <a:cubicBezTo>
                      <a:pt x="2844" y="5767"/>
                      <a:pt x="2771" y="5735"/>
                      <a:pt x="2692" y="5735"/>
                    </a:cubicBezTo>
                    <a:cubicBezTo>
                      <a:pt x="2528" y="5735"/>
                      <a:pt x="2342" y="5877"/>
                      <a:pt x="2420" y="6072"/>
                    </a:cubicBezTo>
                    <a:lnTo>
                      <a:pt x="3169" y="7858"/>
                    </a:lnTo>
                    <a:lnTo>
                      <a:pt x="2651" y="7858"/>
                    </a:lnTo>
                    <a:lnTo>
                      <a:pt x="749" y="5266"/>
                    </a:lnTo>
                    <a:lnTo>
                      <a:pt x="1786" y="4517"/>
                    </a:lnTo>
                    <a:lnTo>
                      <a:pt x="2017" y="5035"/>
                    </a:lnTo>
                    <a:cubicBezTo>
                      <a:pt x="2055" y="5112"/>
                      <a:pt x="2126" y="5144"/>
                      <a:pt x="2198" y="5144"/>
                    </a:cubicBezTo>
                    <a:cubicBezTo>
                      <a:pt x="2343" y="5144"/>
                      <a:pt x="2497" y="5016"/>
                      <a:pt x="2420" y="4862"/>
                    </a:cubicBezTo>
                    <a:lnTo>
                      <a:pt x="1729" y="3192"/>
                    </a:lnTo>
                    <a:cubicBezTo>
                      <a:pt x="2190" y="2846"/>
                      <a:pt x="2478" y="2270"/>
                      <a:pt x="2305" y="1694"/>
                    </a:cubicBezTo>
                    <a:lnTo>
                      <a:pt x="4148" y="945"/>
                    </a:lnTo>
                    <a:close/>
                    <a:moveTo>
                      <a:pt x="11984" y="945"/>
                    </a:moveTo>
                    <a:lnTo>
                      <a:pt x="13769" y="1751"/>
                    </a:lnTo>
                    <a:cubicBezTo>
                      <a:pt x="13654" y="2270"/>
                      <a:pt x="13885" y="2846"/>
                      <a:pt x="14403" y="3192"/>
                    </a:cubicBezTo>
                    <a:lnTo>
                      <a:pt x="12272" y="8146"/>
                    </a:lnTo>
                    <a:cubicBezTo>
                      <a:pt x="11696" y="8261"/>
                      <a:pt x="11119" y="8549"/>
                      <a:pt x="10716" y="9010"/>
                    </a:cubicBezTo>
                    <a:cubicBezTo>
                      <a:pt x="10486" y="8377"/>
                      <a:pt x="10140" y="7858"/>
                      <a:pt x="9679" y="7512"/>
                    </a:cubicBezTo>
                    <a:cubicBezTo>
                      <a:pt x="10082" y="7282"/>
                      <a:pt x="10486" y="6994"/>
                      <a:pt x="10774" y="6591"/>
                    </a:cubicBezTo>
                    <a:cubicBezTo>
                      <a:pt x="10977" y="6631"/>
                      <a:pt x="11181" y="6672"/>
                      <a:pt x="11364" y="6672"/>
                    </a:cubicBezTo>
                    <a:cubicBezTo>
                      <a:pt x="11440" y="6672"/>
                      <a:pt x="11513" y="6665"/>
                      <a:pt x="11580" y="6648"/>
                    </a:cubicBezTo>
                    <a:cubicBezTo>
                      <a:pt x="12156" y="6533"/>
                      <a:pt x="12617" y="6187"/>
                      <a:pt x="12848" y="5669"/>
                    </a:cubicBezTo>
                    <a:cubicBezTo>
                      <a:pt x="13193" y="4805"/>
                      <a:pt x="12790" y="3825"/>
                      <a:pt x="11984" y="3480"/>
                    </a:cubicBezTo>
                    <a:cubicBezTo>
                      <a:pt x="11753" y="3422"/>
                      <a:pt x="11523" y="3364"/>
                      <a:pt x="11292" y="3364"/>
                    </a:cubicBezTo>
                    <a:cubicBezTo>
                      <a:pt x="11119" y="2788"/>
                      <a:pt x="10774" y="2327"/>
                      <a:pt x="10370" y="1924"/>
                    </a:cubicBezTo>
                    <a:lnTo>
                      <a:pt x="10486" y="1521"/>
                    </a:lnTo>
                    <a:cubicBezTo>
                      <a:pt x="10601" y="1556"/>
                      <a:pt x="10716" y="1572"/>
                      <a:pt x="10829" y="1572"/>
                    </a:cubicBezTo>
                    <a:cubicBezTo>
                      <a:pt x="11283" y="1572"/>
                      <a:pt x="11707" y="1314"/>
                      <a:pt x="11984" y="945"/>
                    </a:cubicBezTo>
                    <a:close/>
                    <a:moveTo>
                      <a:pt x="2939" y="8261"/>
                    </a:moveTo>
                    <a:cubicBezTo>
                      <a:pt x="3803" y="8261"/>
                      <a:pt x="4437" y="8722"/>
                      <a:pt x="4955" y="9356"/>
                    </a:cubicBezTo>
                    <a:cubicBezTo>
                      <a:pt x="4955" y="9529"/>
                      <a:pt x="4955" y="9702"/>
                      <a:pt x="4955" y="9874"/>
                    </a:cubicBezTo>
                    <a:cubicBezTo>
                      <a:pt x="4955" y="10163"/>
                      <a:pt x="4782" y="10335"/>
                      <a:pt x="4667" y="10566"/>
                    </a:cubicBezTo>
                    <a:cubicBezTo>
                      <a:pt x="4494" y="10508"/>
                      <a:pt x="4321" y="10451"/>
                      <a:pt x="4148" y="10451"/>
                    </a:cubicBezTo>
                    <a:lnTo>
                      <a:pt x="1671" y="10451"/>
                    </a:lnTo>
                    <a:cubicBezTo>
                      <a:pt x="1095" y="10451"/>
                      <a:pt x="634" y="10854"/>
                      <a:pt x="577" y="11372"/>
                    </a:cubicBezTo>
                    <a:cubicBezTo>
                      <a:pt x="461" y="11200"/>
                      <a:pt x="461" y="10969"/>
                      <a:pt x="461" y="10739"/>
                    </a:cubicBezTo>
                    <a:cubicBezTo>
                      <a:pt x="461" y="9414"/>
                      <a:pt x="1556" y="8261"/>
                      <a:pt x="2939" y="8261"/>
                    </a:cubicBezTo>
                    <a:close/>
                    <a:moveTo>
                      <a:pt x="7029" y="9702"/>
                    </a:moveTo>
                    <a:cubicBezTo>
                      <a:pt x="7317" y="10220"/>
                      <a:pt x="7778" y="10566"/>
                      <a:pt x="8354" y="10739"/>
                    </a:cubicBezTo>
                    <a:cubicBezTo>
                      <a:pt x="8646" y="10848"/>
                      <a:pt x="8962" y="10888"/>
                      <a:pt x="9271" y="10888"/>
                    </a:cubicBezTo>
                    <a:cubicBezTo>
                      <a:pt x="9449" y="10888"/>
                      <a:pt x="9626" y="10875"/>
                      <a:pt x="9794" y="10854"/>
                    </a:cubicBezTo>
                    <a:lnTo>
                      <a:pt x="9794" y="10854"/>
                    </a:lnTo>
                    <a:cubicBezTo>
                      <a:pt x="9622" y="11718"/>
                      <a:pt x="8815" y="12409"/>
                      <a:pt x="7893" y="12409"/>
                    </a:cubicBezTo>
                    <a:cubicBezTo>
                      <a:pt x="6856" y="12409"/>
                      <a:pt x="6050" y="11603"/>
                      <a:pt x="5934" y="10623"/>
                    </a:cubicBezTo>
                    <a:cubicBezTo>
                      <a:pt x="6511" y="10393"/>
                      <a:pt x="6856" y="10047"/>
                      <a:pt x="7029" y="9702"/>
                    </a:cubicBezTo>
                    <a:close/>
                    <a:moveTo>
                      <a:pt x="7893" y="7340"/>
                    </a:moveTo>
                    <a:cubicBezTo>
                      <a:pt x="9218" y="7340"/>
                      <a:pt x="10370" y="8492"/>
                      <a:pt x="10370" y="9874"/>
                    </a:cubicBezTo>
                    <a:cubicBezTo>
                      <a:pt x="10370" y="10105"/>
                      <a:pt x="10370" y="10393"/>
                      <a:pt x="10543" y="10623"/>
                    </a:cubicBezTo>
                    <a:cubicBezTo>
                      <a:pt x="10716" y="10854"/>
                      <a:pt x="10774" y="11084"/>
                      <a:pt x="10774" y="11315"/>
                    </a:cubicBezTo>
                    <a:cubicBezTo>
                      <a:pt x="10774" y="11718"/>
                      <a:pt x="10601" y="12064"/>
                      <a:pt x="10255" y="12294"/>
                    </a:cubicBezTo>
                    <a:cubicBezTo>
                      <a:pt x="9967" y="12467"/>
                      <a:pt x="10082" y="12755"/>
                      <a:pt x="10025" y="13043"/>
                    </a:cubicBezTo>
                    <a:cubicBezTo>
                      <a:pt x="9852" y="12755"/>
                      <a:pt x="9622" y="12525"/>
                      <a:pt x="9333" y="12352"/>
                    </a:cubicBezTo>
                    <a:cubicBezTo>
                      <a:pt x="9852" y="11948"/>
                      <a:pt x="10255" y="11315"/>
                      <a:pt x="10255" y="10566"/>
                    </a:cubicBezTo>
                    <a:cubicBezTo>
                      <a:pt x="10255" y="10393"/>
                      <a:pt x="10198" y="10335"/>
                      <a:pt x="10025" y="10335"/>
                    </a:cubicBezTo>
                    <a:cubicBezTo>
                      <a:pt x="9790" y="10382"/>
                      <a:pt x="9509" y="10421"/>
                      <a:pt x="9216" y="10421"/>
                    </a:cubicBezTo>
                    <a:cubicBezTo>
                      <a:pt x="8428" y="10421"/>
                      <a:pt x="7553" y="10144"/>
                      <a:pt x="7259" y="9010"/>
                    </a:cubicBezTo>
                    <a:cubicBezTo>
                      <a:pt x="7231" y="8895"/>
                      <a:pt x="7130" y="8837"/>
                      <a:pt x="7036" y="8837"/>
                    </a:cubicBezTo>
                    <a:cubicBezTo>
                      <a:pt x="6943" y="8837"/>
                      <a:pt x="6856" y="8895"/>
                      <a:pt x="6856" y="9010"/>
                    </a:cubicBezTo>
                    <a:cubicBezTo>
                      <a:pt x="6856" y="9068"/>
                      <a:pt x="6626" y="9990"/>
                      <a:pt x="5646" y="10220"/>
                    </a:cubicBezTo>
                    <a:cubicBezTo>
                      <a:pt x="5531" y="10278"/>
                      <a:pt x="5474" y="10335"/>
                      <a:pt x="5474" y="10451"/>
                    </a:cubicBezTo>
                    <a:cubicBezTo>
                      <a:pt x="5474" y="11257"/>
                      <a:pt x="5877" y="11948"/>
                      <a:pt x="6453" y="12352"/>
                    </a:cubicBezTo>
                    <a:cubicBezTo>
                      <a:pt x="6107" y="12582"/>
                      <a:pt x="5877" y="12813"/>
                      <a:pt x="5646" y="13101"/>
                    </a:cubicBezTo>
                    <a:cubicBezTo>
                      <a:pt x="5589" y="12813"/>
                      <a:pt x="5762" y="12525"/>
                      <a:pt x="5416" y="12294"/>
                    </a:cubicBezTo>
                    <a:cubicBezTo>
                      <a:pt x="5128" y="12064"/>
                      <a:pt x="4897" y="11718"/>
                      <a:pt x="4897" y="11315"/>
                    </a:cubicBezTo>
                    <a:cubicBezTo>
                      <a:pt x="4897" y="11084"/>
                      <a:pt x="5013" y="10796"/>
                      <a:pt x="5185" y="10566"/>
                    </a:cubicBezTo>
                    <a:cubicBezTo>
                      <a:pt x="5358" y="10393"/>
                      <a:pt x="5358" y="10105"/>
                      <a:pt x="5358" y="9874"/>
                    </a:cubicBezTo>
                    <a:cubicBezTo>
                      <a:pt x="5358" y="8492"/>
                      <a:pt x="6511" y="7340"/>
                      <a:pt x="7893" y="7340"/>
                    </a:cubicBezTo>
                    <a:close/>
                    <a:moveTo>
                      <a:pt x="4148" y="10969"/>
                    </a:moveTo>
                    <a:cubicBezTo>
                      <a:pt x="4264" y="10969"/>
                      <a:pt x="4379" y="10969"/>
                      <a:pt x="4494" y="11027"/>
                    </a:cubicBezTo>
                    <a:cubicBezTo>
                      <a:pt x="4494" y="11142"/>
                      <a:pt x="4437" y="11257"/>
                      <a:pt x="4437" y="11315"/>
                    </a:cubicBezTo>
                    <a:cubicBezTo>
                      <a:pt x="4437" y="11660"/>
                      <a:pt x="4552" y="12006"/>
                      <a:pt x="4782" y="12294"/>
                    </a:cubicBezTo>
                    <a:cubicBezTo>
                      <a:pt x="4494" y="13043"/>
                      <a:pt x="3745" y="13562"/>
                      <a:pt x="2939" y="13562"/>
                    </a:cubicBezTo>
                    <a:cubicBezTo>
                      <a:pt x="1844" y="13562"/>
                      <a:pt x="980" y="12697"/>
                      <a:pt x="980" y="11660"/>
                    </a:cubicBezTo>
                    <a:cubicBezTo>
                      <a:pt x="980" y="11257"/>
                      <a:pt x="1268" y="10969"/>
                      <a:pt x="1671" y="10969"/>
                    </a:cubicBezTo>
                    <a:close/>
                    <a:moveTo>
                      <a:pt x="13654" y="10854"/>
                    </a:moveTo>
                    <a:cubicBezTo>
                      <a:pt x="13885" y="11200"/>
                      <a:pt x="14230" y="11603"/>
                      <a:pt x="14749" y="11833"/>
                    </a:cubicBezTo>
                    <a:cubicBezTo>
                      <a:pt x="14691" y="12813"/>
                      <a:pt x="13827" y="13562"/>
                      <a:pt x="12848" y="13562"/>
                    </a:cubicBezTo>
                    <a:cubicBezTo>
                      <a:pt x="11984" y="13562"/>
                      <a:pt x="11235" y="13043"/>
                      <a:pt x="11004" y="12237"/>
                    </a:cubicBezTo>
                    <a:cubicBezTo>
                      <a:pt x="11004" y="12179"/>
                      <a:pt x="11062" y="12121"/>
                      <a:pt x="11062" y="12064"/>
                    </a:cubicBezTo>
                    <a:cubicBezTo>
                      <a:pt x="11696" y="12064"/>
                      <a:pt x="12214" y="12006"/>
                      <a:pt x="12617" y="11833"/>
                    </a:cubicBezTo>
                    <a:cubicBezTo>
                      <a:pt x="13078" y="11660"/>
                      <a:pt x="13424" y="11315"/>
                      <a:pt x="13654" y="10854"/>
                    </a:cubicBezTo>
                    <a:close/>
                    <a:moveTo>
                      <a:pt x="5128" y="12640"/>
                    </a:moveTo>
                    <a:cubicBezTo>
                      <a:pt x="5185" y="12640"/>
                      <a:pt x="5185" y="12697"/>
                      <a:pt x="5185" y="12755"/>
                    </a:cubicBezTo>
                    <a:cubicBezTo>
                      <a:pt x="5128" y="13043"/>
                      <a:pt x="5185" y="13331"/>
                      <a:pt x="5358" y="13619"/>
                    </a:cubicBezTo>
                    <a:cubicBezTo>
                      <a:pt x="5301" y="13850"/>
                      <a:pt x="5243" y="14138"/>
                      <a:pt x="5185" y="14368"/>
                    </a:cubicBezTo>
                    <a:cubicBezTo>
                      <a:pt x="4955" y="14022"/>
                      <a:pt x="4725" y="13792"/>
                      <a:pt x="4379" y="13562"/>
                    </a:cubicBezTo>
                    <a:cubicBezTo>
                      <a:pt x="4667" y="13331"/>
                      <a:pt x="4955" y="12985"/>
                      <a:pt x="5128" y="12640"/>
                    </a:cubicBezTo>
                    <a:close/>
                    <a:moveTo>
                      <a:pt x="10659" y="12582"/>
                    </a:moveTo>
                    <a:cubicBezTo>
                      <a:pt x="10831" y="12985"/>
                      <a:pt x="11062" y="13273"/>
                      <a:pt x="11407" y="13562"/>
                    </a:cubicBezTo>
                    <a:cubicBezTo>
                      <a:pt x="11062" y="13734"/>
                      <a:pt x="10774" y="14022"/>
                      <a:pt x="10543" y="14368"/>
                    </a:cubicBezTo>
                    <a:cubicBezTo>
                      <a:pt x="10543" y="14080"/>
                      <a:pt x="10486" y="13850"/>
                      <a:pt x="10370" y="13562"/>
                    </a:cubicBezTo>
                    <a:cubicBezTo>
                      <a:pt x="10486" y="13331"/>
                      <a:pt x="10543" y="13043"/>
                      <a:pt x="10486" y="12755"/>
                    </a:cubicBezTo>
                    <a:cubicBezTo>
                      <a:pt x="10486" y="12697"/>
                      <a:pt x="10543" y="12640"/>
                      <a:pt x="10659" y="12582"/>
                    </a:cubicBezTo>
                    <a:close/>
                    <a:moveTo>
                      <a:pt x="5287" y="0"/>
                    </a:moveTo>
                    <a:cubicBezTo>
                      <a:pt x="5251" y="0"/>
                      <a:pt x="5216" y="8"/>
                      <a:pt x="5185" y="23"/>
                    </a:cubicBezTo>
                    <a:lnTo>
                      <a:pt x="922" y="1809"/>
                    </a:lnTo>
                    <a:cubicBezTo>
                      <a:pt x="807" y="1867"/>
                      <a:pt x="749" y="1982"/>
                      <a:pt x="749" y="2097"/>
                    </a:cubicBezTo>
                    <a:lnTo>
                      <a:pt x="1614" y="4056"/>
                    </a:lnTo>
                    <a:lnTo>
                      <a:pt x="289" y="5035"/>
                    </a:lnTo>
                    <a:cubicBezTo>
                      <a:pt x="173" y="5093"/>
                      <a:pt x="173" y="5266"/>
                      <a:pt x="231" y="5323"/>
                    </a:cubicBezTo>
                    <a:lnTo>
                      <a:pt x="2132" y="7973"/>
                    </a:lnTo>
                    <a:cubicBezTo>
                      <a:pt x="865" y="8261"/>
                      <a:pt x="0" y="9414"/>
                      <a:pt x="0" y="10796"/>
                    </a:cubicBezTo>
                    <a:cubicBezTo>
                      <a:pt x="0" y="11545"/>
                      <a:pt x="231" y="12237"/>
                      <a:pt x="749" y="12813"/>
                    </a:cubicBezTo>
                    <a:lnTo>
                      <a:pt x="807" y="12813"/>
                    </a:lnTo>
                    <a:cubicBezTo>
                      <a:pt x="980" y="13101"/>
                      <a:pt x="1210" y="13389"/>
                      <a:pt x="1441" y="13562"/>
                    </a:cubicBezTo>
                    <a:cubicBezTo>
                      <a:pt x="692" y="14080"/>
                      <a:pt x="173" y="14944"/>
                      <a:pt x="173" y="15866"/>
                    </a:cubicBezTo>
                    <a:cubicBezTo>
                      <a:pt x="173" y="16010"/>
                      <a:pt x="289" y="16082"/>
                      <a:pt x="404" y="16082"/>
                    </a:cubicBezTo>
                    <a:cubicBezTo>
                      <a:pt x="519" y="16082"/>
                      <a:pt x="634" y="16010"/>
                      <a:pt x="634" y="15866"/>
                    </a:cubicBezTo>
                    <a:cubicBezTo>
                      <a:pt x="634" y="15002"/>
                      <a:pt x="1153" y="14195"/>
                      <a:pt x="1902" y="13850"/>
                    </a:cubicBezTo>
                    <a:cubicBezTo>
                      <a:pt x="2219" y="13994"/>
                      <a:pt x="2564" y="14066"/>
                      <a:pt x="2910" y="14066"/>
                    </a:cubicBezTo>
                    <a:cubicBezTo>
                      <a:pt x="3256" y="14066"/>
                      <a:pt x="3601" y="13994"/>
                      <a:pt x="3918" y="13850"/>
                    </a:cubicBezTo>
                    <a:cubicBezTo>
                      <a:pt x="4667" y="14195"/>
                      <a:pt x="5185" y="15002"/>
                      <a:pt x="5185" y="15866"/>
                    </a:cubicBezTo>
                    <a:cubicBezTo>
                      <a:pt x="5185" y="16016"/>
                      <a:pt x="5311" y="16104"/>
                      <a:pt x="5432" y="16104"/>
                    </a:cubicBezTo>
                    <a:cubicBezTo>
                      <a:pt x="5541" y="16104"/>
                      <a:pt x="5646" y="16031"/>
                      <a:pt x="5646" y="15866"/>
                    </a:cubicBezTo>
                    <a:lnTo>
                      <a:pt x="5646" y="14656"/>
                    </a:lnTo>
                    <a:cubicBezTo>
                      <a:pt x="5646" y="13792"/>
                      <a:pt x="6107" y="13043"/>
                      <a:pt x="6856" y="12640"/>
                    </a:cubicBezTo>
                    <a:cubicBezTo>
                      <a:pt x="7173" y="12784"/>
                      <a:pt x="7519" y="12856"/>
                      <a:pt x="7864" y="12856"/>
                    </a:cubicBezTo>
                    <a:cubicBezTo>
                      <a:pt x="8210" y="12856"/>
                      <a:pt x="8556" y="12784"/>
                      <a:pt x="8873" y="12640"/>
                    </a:cubicBezTo>
                    <a:cubicBezTo>
                      <a:pt x="9622" y="13043"/>
                      <a:pt x="10140" y="13792"/>
                      <a:pt x="10140" y="14656"/>
                    </a:cubicBezTo>
                    <a:lnTo>
                      <a:pt x="10140" y="15866"/>
                    </a:lnTo>
                    <a:cubicBezTo>
                      <a:pt x="10140" y="16010"/>
                      <a:pt x="10255" y="16082"/>
                      <a:pt x="10370" y="16082"/>
                    </a:cubicBezTo>
                    <a:cubicBezTo>
                      <a:pt x="10486" y="16082"/>
                      <a:pt x="10601" y="16010"/>
                      <a:pt x="10601" y="15866"/>
                    </a:cubicBezTo>
                    <a:cubicBezTo>
                      <a:pt x="10601" y="15002"/>
                      <a:pt x="11062" y="14195"/>
                      <a:pt x="11868" y="13792"/>
                    </a:cubicBezTo>
                    <a:cubicBezTo>
                      <a:pt x="12185" y="13936"/>
                      <a:pt x="12531" y="14008"/>
                      <a:pt x="12869" y="14008"/>
                    </a:cubicBezTo>
                    <a:cubicBezTo>
                      <a:pt x="13208" y="14008"/>
                      <a:pt x="13539" y="13936"/>
                      <a:pt x="13827" y="13792"/>
                    </a:cubicBezTo>
                    <a:cubicBezTo>
                      <a:pt x="14634" y="14195"/>
                      <a:pt x="15095" y="15002"/>
                      <a:pt x="15095" y="15866"/>
                    </a:cubicBezTo>
                    <a:cubicBezTo>
                      <a:pt x="15095" y="16010"/>
                      <a:pt x="15210" y="16082"/>
                      <a:pt x="15325" y="16082"/>
                    </a:cubicBezTo>
                    <a:cubicBezTo>
                      <a:pt x="15440" y="16082"/>
                      <a:pt x="15555" y="16010"/>
                      <a:pt x="15555" y="15866"/>
                    </a:cubicBezTo>
                    <a:cubicBezTo>
                      <a:pt x="15555" y="15636"/>
                      <a:pt x="15555" y="15405"/>
                      <a:pt x="15498" y="15175"/>
                    </a:cubicBezTo>
                    <a:cubicBezTo>
                      <a:pt x="15786" y="14887"/>
                      <a:pt x="15959" y="14483"/>
                      <a:pt x="15959" y="14080"/>
                    </a:cubicBezTo>
                    <a:lnTo>
                      <a:pt x="15959" y="12467"/>
                    </a:lnTo>
                    <a:cubicBezTo>
                      <a:pt x="15959" y="12352"/>
                      <a:pt x="15843" y="12237"/>
                      <a:pt x="15728" y="12237"/>
                    </a:cubicBezTo>
                    <a:lnTo>
                      <a:pt x="15671" y="12237"/>
                    </a:lnTo>
                    <a:cubicBezTo>
                      <a:pt x="15555" y="12237"/>
                      <a:pt x="15440" y="12352"/>
                      <a:pt x="15440" y="12467"/>
                    </a:cubicBezTo>
                    <a:lnTo>
                      <a:pt x="15440" y="14138"/>
                    </a:lnTo>
                    <a:cubicBezTo>
                      <a:pt x="15440" y="14310"/>
                      <a:pt x="15383" y="14541"/>
                      <a:pt x="15267" y="14714"/>
                    </a:cubicBezTo>
                    <a:cubicBezTo>
                      <a:pt x="15095" y="14253"/>
                      <a:pt x="14749" y="13850"/>
                      <a:pt x="14288" y="13562"/>
                    </a:cubicBezTo>
                    <a:cubicBezTo>
                      <a:pt x="14864" y="13101"/>
                      <a:pt x="15267" y="12409"/>
                      <a:pt x="15267" y="11660"/>
                    </a:cubicBezTo>
                    <a:cubicBezTo>
                      <a:pt x="15267" y="11545"/>
                      <a:pt x="15152" y="11430"/>
                      <a:pt x="15095" y="11430"/>
                    </a:cubicBezTo>
                    <a:cubicBezTo>
                      <a:pt x="14115" y="11200"/>
                      <a:pt x="13885" y="10220"/>
                      <a:pt x="13885" y="10220"/>
                    </a:cubicBezTo>
                    <a:cubicBezTo>
                      <a:pt x="13856" y="10076"/>
                      <a:pt x="13755" y="10004"/>
                      <a:pt x="13654" y="10004"/>
                    </a:cubicBezTo>
                    <a:cubicBezTo>
                      <a:pt x="13553" y="10004"/>
                      <a:pt x="13453" y="10076"/>
                      <a:pt x="13424" y="10220"/>
                    </a:cubicBezTo>
                    <a:cubicBezTo>
                      <a:pt x="13162" y="11321"/>
                      <a:pt x="12280" y="11611"/>
                      <a:pt x="11472" y="11611"/>
                    </a:cubicBezTo>
                    <a:cubicBezTo>
                      <a:pt x="11392" y="11611"/>
                      <a:pt x="11313" y="11608"/>
                      <a:pt x="11235" y="11603"/>
                    </a:cubicBezTo>
                    <a:cubicBezTo>
                      <a:pt x="11235" y="11545"/>
                      <a:pt x="11235" y="11430"/>
                      <a:pt x="11235" y="11372"/>
                    </a:cubicBezTo>
                    <a:cubicBezTo>
                      <a:pt x="11235" y="11027"/>
                      <a:pt x="11119" y="10681"/>
                      <a:pt x="10947" y="10393"/>
                    </a:cubicBezTo>
                    <a:cubicBezTo>
                      <a:pt x="10774" y="10163"/>
                      <a:pt x="10831" y="9817"/>
                      <a:pt x="10831" y="9529"/>
                    </a:cubicBezTo>
                    <a:cubicBezTo>
                      <a:pt x="11413" y="8850"/>
                      <a:pt x="12199" y="8579"/>
                      <a:pt x="12949" y="8579"/>
                    </a:cubicBezTo>
                    <a:cubicBezTo>
                      <a:pt x="13090" y="8579"/>
                      <a:pt x="13229" y="8589"/>
                      <a:pt x="13366" y="8607"/>
                    </a:cubicBezTo>
                    <a:cubicBezTo>
                      <a:pt x="14576" y="8837"/>
                      <a:pt x="15440" y="9932"/>
                      <a:pt x="15440" y="11200"/>
                    </a:cubicBezTo>
                    <a:cubicBezTo>
                      <a:pt x="15440" y="11344"/>
                      <a:pt x="15555" y="11416"/>
                      <a:pt x="15671" y="11416"/>
                    </a:cubicBezTo>
                    <a:cubicBezTo>
                      <a:pt x="15786" y="11416"/>
                      <a:pt x="15901" y="11344"/>
                      <a:pt x="15901" y="11200"/>
                    </a:cubicBezTo>
                    <a:cubicBezTo>
                      <a:pt x="15901" y="9817"/>
                      <a:pt x="15037" y="8665"/>
                      <a:pt x="13769" y="8261"/>
                    </a:cubicBezTo>
                    <a:lnTo>
                      <a:pt x="15901" y="5323"/>
                    </a:lnTo>
                    <a:cubicBezTo>
                      <a:pt x="15959" y="5266"/>
                      <a:pt x="15959" y="5093"/>
                      <a:pt x="15843" y="5035"/>
                    </a:cubicBezTo>
                    <a:lnTo>
                      <a:pt x="14518" y="4056"/>
                    </a:lnTo>
                    <a:lnTo>
                      <a:pt x="15325" y="2097"/>
                    </a:lnTo>
                    <a:cubicBezTo>
                      <a:pt x="15383" y="1982"/>
                      <a:pt x="15325" y="1867"/>
                      <a:pt x="15210" y="1809"/>
                    </a:cubicBezTo>
                    <a:lnTo>
                      <a:pt x="10889" y="23"/>
                    </a:lnTo>
                    <a:cubicBezTo>
                      <a:pt x="10858" y="8"/>
                      <a:pt x="10827" y="0"/>
                      <a:pt x="10797" y="0"/>
                    </a:cubicBezTo>
                    <a:cubicBezTo>
                      <a:pt x="10716" y="0"/>
                      <a:pt x="10643" y="54"/>
                      <a:pt x="10601" y="138"/>
                    </a:cubicBezTo>
                    <a:lnTo>
                      <a:pt x="9967" y="1636"/>
                    </a:lnTo>
                    <a:cubicBezTo>
                      <a:pt x="9449" y="1233"/>
                      <a:pt x="8757" y="1002"/>
                      <a:pt x="8066" y="1002"/>
                    </a:cubicBezTo>
                    <a:cubicBezTo>
                      <a:pt x="7317" y="1002"/>
                      <a:pt x="6683" y="1233"/>
                      <a:pt x="6107" y="1636"/>
                    </a:cubicBezTo>
                    <a:lnTo>
                      <a:pt x="5531" y="138"/>
                    </a:lnTo>
                    <a:cubicBezTo>
                      <a:pt x="5489" y="54"/>
                      <a:pt x="5385" y="0"/>
                      <a:pt x="52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602907178" name="Google Shape;1393;p64"/>
              <p:cNvSpPr/>
              <p:nvPr/>
            </p:nvSpPr>
            <p:spPr bwMode="auto">
              <a:xfrm>
                <a:off x="336561" y="341731"/>
                <a:ext cx="42266" cy="1655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82" fill="norm" stroke="1" extrusionOk="0">
                    <a:moveTo>
                      <a:pt x="352" y="1"/>
                    </a:moveTo>
                    <a:cubicBezTo>
                      <a:pt x="163" y="1"/>
                      <a:pt x="1" y="246"/>
                      <a:pt x="177" y="422"/>
                    </a:cubicBezTo>
                    <a:cubicBezTo>
                      <a:pt x="350" y="595"/>
                      <a:pt x="595" y="682"/>
                      <a:pt x="847" y="682"/>
                    </a:cubicBezTo>
                    <a:cubicBezTo>
                      <a:pt x="1099" y="682"/>
                      <a:pt x="1358" y="595"/>
                      <a:pt x="1560" y="422"/>
                    </a:cubicBezTo>
                    <a:cubicBezTo>
                      <a:pt x="1693" y="246"/>
                      <a:pt x="1554" y="1"/>
                      <a:pt x="1378" y="1"/>
                    </a:cubicBezTo>
                    <a:cubicBezTo>
                      <a:pt x="1325" y="1"/>
                      <a:pt x="1268" y="23"/>
                      <a:pt x="1214" y="77"/>
                    </a:cubicBezTo>
                    <a:cubicBezTo>
                      <a:pt x="1128" y="163"/>
                      <a:pt x="998" y="206"/>
                      <a:pt x="869" y="206"/>
                    </a:cubicBezTo>
                    <a:cubicBezTo>
                      <a:pt x="739" y="206"/>
                      <a:pt x="609" y="163"/>
                      <a:pt x="523" y="77"/>
                    </a:cubicBezTo>
                    <a:cubicBezTo>
                      <a:pt x="469" y="23"/>
                      <a:pt x="410" y="1"/>
                      <a:pt x="3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334247599" name="Google Shape;1394;p64"/>
              <p:cNvSpPr/>
              <p:nvPr/>
            </p:nvSpPr>
            <p:spPr bwMode="auto">
              <a:xfrm>
                <a:off x="89172" y="341731"/>
                <a:ext cx="42266" cy="16553"/>
              </a:xfrm>
              <a:custGeom>
                <a:avLst/>
                <a:gdLst/>
                <a:ahLst/>
                <a:cxnLst/>
                <a:rect l="l" t="t" r="r" b="b"/>
                <a:pathLst>
                  <a:path w="1693" h="682" fill="norm" stroke="1" extrusionOk="0">
                    <a:moveTo>
                      <a:pt x="352" y="1"/>
                    </a:moveTo>
                    <a:cubicBezTo>
                      <a:pt x="163" y="1"/>
                      <a:pt x="0" y="246"/>
                      <a:pt x="177" y="422"/>
                    </a:cubicBezTo>
                    <a:cubicBezTo>
                      <a:pt x="350" y="595"/>
                      <a:pt x="595" y="682"/>
                      <a:pt x="847" y="682"/>
                    </a:cubicBezTo>
                    <a:cubicBezTo>
                      <a:pt x="1099" y="682"/>
                      <a:pt x="1358" y="595"/>
                      <a:pt x="1560" y="422"/>
                    </a:cubicBezTo>
                    <a:cubicBezTo>
                      <a:pt x="1693" y="246"/>
                      <a:pt x="1554" y="1"/>
                      <a:pt x="1378" y="1"/>
                    </a:cubicBezTo>
                    <a:cubicBezTo>
                      <a:pt x="1325" y="1"/>
                      <a:pt x="1268" y="23"/>
                      <a:pt x="1214" y="77"/>
                    </a:cubicBezTo>
                    <a:cubicBezTo>
                      <a:pt x="1128" y="163"/>
                      <a:pt x="998" y="206"/>
                      <a:pt x="869" y="206"/>
                    </a:cubicBezTo>
                    <a:cubicBezTo>
                      <a:pt x="739" y="206"/>
                      <a:pt x="609" y="163"/>
                      <a:pt x="523" y="77"/>
                    </a:cubicBezTo>
                    <a:cubicBezTo>
                      <a:pt x="469" y="23"/>
                      <a:pt x="410" y="1"/>
                      <a:pt x="3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84051529" name="Google Shape;1395;p64"/>
              <p:cNvSpPr/>
              <p:nvPr/>
            </p:nvSpPr>
            <p:spPr bwMode="auto">
              <a:xfrm>
                <a:off x="212755" y="312942"/>
                <a:ext cx="42466" cy="17038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702" fill="norm" stroke="1" extrusionOk="0">
                    <a:moveTo>
                      <a:pt x="371" y="0"/>
                    </a:moveTo>
                    <a:cubicBezTo>
                      <a:pt x="176" y="0"/>
                      <a:pt x="0" y="217"/>
                      <a:pt x="182" y="399"/>
                    </a:cubicBezTo>
                    <a:cubicBezTo>
                      <a:pt x="355" y="600"/>
                      <a:pt x="600" y="701"/>
                      <a:pt x="852" y="701"/>
                    </a:cubicBezTo>
                    <a:cubicBezTo>
                      <a:pt x="1104" y="701"/>
                      <a:pt x="1363" y="600"/>
                      <a:pt x="1565" y="399"/>
                    </a:cubicBezTo>
                    <a:cubicBezTo>
                      <a:pt x="1701" y="217"/>
                      <a:pt x="1551" y="0"/>
                      <a:pt x="1369" y="0"/>
                    </a:cubicBezTo>
                    <a:cubicBezTo>
                      <a:pt x="1320" y="0"/>
                      <a:pt x="1268" y="16"/>
                      <a:pt x="1219" y="53"/>
                    </a:cubicBezTo>
                    <a:cubicBezTo>
                      <a:pt x="1132" y="168"/>
                      <a:pt x="1003" y="226"/>
                      <a:pt x="873" y="226"/>
                    </a:cubicBezTo>
                    <a:cubicBezTo>
                      <a:pt x="744" y="226"/>
                      <a:pt x="614" y="168"/>
                      <a:pt x="528" y="53"/>
                    </a:cubicBezTo>
                    <a:cubicBezTo>
                      <a:pt x="478" y="16"/>
                      <a:pt x="424" y="0"/>
                      <a:pt x="3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2" tIns="91422" rIns="91422" bIns="91422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624470" name="Google Shape;390;p37"/>
          <p:cNvSpPr txBox="1"/>
          <p:nvPr>
            <p:ph type="title"/>
          </p:nvPr>
        </p:nvSpPr>
        <p:spPr bwMode="auto">
          <a:xfrm flipH="0" flipV="0">
            <a:off x="3841147" y="1620823"/>
            <a:ext cx="4327351" cy="1599897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>
                <a:latin typeface="Montserrat"/>
                <a:ea typeface="Montserrat"/>
                <a:cs typeface="Montserrat"/>
              </a:rPr>
              <a:t>Comment sa marche</a:t>
            </a:r>
            <a:endParaRPr lang="fr-FR" sz="4800"/>
          </a:p>
        </p:txBody>
      </p:sp>
      <p:sp>
        <p:nvSpPr>
          <p:cNvPr id="351396936" name="Google Shape;391;p37"/>
          <p:cNvSpPr txBox="1"/>
          <p:nvPr>
            <p:ph type="subTitle" idx="1"/>
          </p:nvPr>
        </p:nvSpPr>
        <p:spPr bwMode="auto">
          <a:xfrm>
            <a:off x="3893699" y="3220723"/>
            <a:ext cx="4442400" cy="3749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Fonctionnement simple et efficace.</a:t>
            </a:r>
            <a:endParaRPr lang="fr-FR" sz="1600" b="0" i="0" u="none" strike="noStrike" cap="none" spc="0">
              <a:solidFill>
                <a:schemeClr val="accent1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879076985" name="Google Shape;392;p37"/>
          <p:cNvGrpSpPr/>
          <p:nvPr/>
        </p:nvGrpSpPr>
        <p:grpSpPr bwMode="auto">
          <a:xfrm flipH="1">
            <a:off x="-5202411" y="1648703"/>
            <a:ext cx="8892666" cy="1427044"/>
            <a:chOff x="6456467" y="3575595"/>
            <a:chExt cx="3443699" cy="552603"/>
          </a:xfrm>
        </p:grpSpPr>
        <p:sp>
          <p:nvSpPr>
            <p:cNvPr id="1432675780" name="Google Shape;393;p37"/>
            <p:cNvSpPr/>
            <p:nvPr/>
          </p:nvSpPr>
          <p:spPr bwMode="auto">
            <a:xfrm>
              <a:off x="6456467" y="3575595"/>
              <a:ext cx="34436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59220690" name="Google Shape;394;p37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760357381" name="Google Shape;395;p37"/>
          <p:cNvSpPr txBox="1"/>
          <p:nvPr>
            <p:ph type="title" idx="2"/>
          </p:nvPr>
        </p:nvSpPr>
        <p:spPr bwMode="auto">
          <a:xfrm>
            <a:off x="2268999" y="1941324"/>
            <a:ext cx="1421100" cy="841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</a:t>
            </a:r>
            <a:r>
              <a:rPr lang="fr-FR"/>
              <a:t>2</a:t>
            </a:r>
            <a:endParaRPr lang="fr-FR"/>
          </a:p>
        </p:txBody>
      </p:sp>
      <p:grpSp>
        <p:nvGrpSpPr>
          <p:cNvPr id="805903406" name="Google Shape;396;p37"/>
          <p:cNvGrpSpPr/>
          <p:nvPr/>
        </p:nvGrpSpPr>
        <p:grpSpPr bwMode="auto">
          <a:xfrm rot="10799989">
            <a:off x="-1778500" y="941196"/>
            <a:ext cx="4357121" cy="707495"/>
            <a:chOff x="6456474" y="3575599"/>
            <a:chExt cx="3403203" cy="552602"/>
          </a:xfrm>
        </p:grpSpPr>
        <p:sp>
          <p:nvSpPr>
            <p:cNvPr id="1448117374" name="Google Shape;397;p37"/>
            <p:cNvSpPr/>
            <p:nvPr/>
          </p:nvSpPr>
          <p:spPr bwMode="auto">
            <a:xfrm>
              <a:off x="6456478" y="3575601"/>
              <a:ext cx="3403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22651817" name="Google Shape;398;p37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747422157" name="Google Shape;399;p37"/>
          <p:cNvGrpSpPr/>
          <p:nvPr/>
        </p:nvGrpSpPr>
        <p:grpSpPr bwMode="auto">
          <a:xfrm rot="10799989">
            <a:off x="-2248904" y="233699"/>
            <a:ext cx="3759088" cy="707493"/>
            <a:chOff x="6456474" y="3575599"/>
            <a:chExt cx="2936098" cy="552600"/>
          </a:xfrm>
        </p:grpSpPr>
        <p:sp>
          <p:nvSpPr>
            <p:cNvPr id="294149130" name="Google Shape;400;p37"/>
            <p:cNvSpPr/>
            <p:nvPr/>
          </p:nvSpPr>
          <p:spPr bwMode="auto">
            <a:xfrm>
              <a:off x="6456474" y="3575599"/>
              <a:ext cx="29360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49884346" name="Google Shape;401;p37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209243" name="Google Shape;978;p55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Processus</a:t>
            </a:r>
            <a:endParaRPr lang="fr-FR"/>
          </a:p>
        </p:txBody>
      </p:sp>
      <p:sp>
        <p:nvSpPr>
          <p:cNvPr id="89488310" name="Google Shape;979;p55"/>
          <p:cNvSpPr txBox="1"/>
          <p:nvPr>
            <p:ph type="subTitle" idx="1"/>
          </p:nvPr>
        </p:nvSpPr>
        <p:spPr bwMode="auto">
          <a:xfrm>
            <a:off x="2968125" y="1744118"/>
            <a:ext cx="5455800" cy="6512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L’utilisateur crée un profil en quelques secondes, en précisant ses compétences, sa disponibilité et sa localisation</a:t>
            </a:r>
            <a:endParaRPr lang="fr-FR"/>
          </a:p>
        </p:txBody>
      </p:sp>
      <p:sp>
        <p:nvSpPr>
          <p:cNvPr id="603968716" name="Google Shape;980;p55"/>
          <p:cNvSpPr txBox="1"/>
          <p:nvPr>
            <p:ph type="subTitle" idx="2"/>
          </p:nvPr>
        </p:nvSpPr>
        <p:spPr bwMode="auto">
          <a:xfrm>
            <a:off x="2968112" y="2794537"/>
            <a:ext cx="54558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Il peut consulter les offres près de chez lui ou proposer ses services. L’interface est pensée pour être ultra rapide</a:t>
            </a:r>
            <a:r>
              <a:rPr lang="fr-FR"/>
              <a:t> </a:t>
            </a:r>
            <a:r>
              <a:rPr lang="fr-FR"/>
              <a:t>et simple</a:t>
            </a:r>
            <a:endParaRPr lang="fr-FR"/>
          </a:p>
        </p:txBody>
      </p:sp>
      <p:sp>
        <p:nvSpPr>
          <p:cNvPr id="651633984" name="Google Shape;981;p55"/>
          <p:cNvSpPr txBox="1"/>
          <p:nvPr>
            <p:ph type="subTitle" idx="3"/>
          </p:nvPr>
        </p:nvSpPr>
        <p:spPr bwMode="auto">
          <a:xfrm>
            <a:off x="2968098" y="3841899"/>
            <a:ext cx="5455800" cy="6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Une fois la mission réalisée, le pai</a:t>
            </a:r>
            <a:r>
              <a:rPr lang="fr-FR"/>
              <a:t>e</a:t>
            </a:r>
            <a:r>
              <a:rPr lang="fr-FR"/>
              <a:t>ment est validé directement via la plateforme. </a:t>
            </a:r>
            <a:r>
              <a:rPr lang="fr-FR"/>
              <a:t>J</a:t>
            </a:r>
            <a:r>
              <a:rPr lang="fr-FR"/>
              <a:t>obien assure un suivi clair et rapide pour garantir un revenu sans délai</a:t>
            </a:r>
            <a:r>
              <a:rPr lang="fr-FR"/>
              <a:t>s</a:t>
            </a:r>
            <a:endParaRPr lang="fr-FR"/>
          </a:p>
        </p:txBody>
      </p:sp>
      <p:sp>
        <p:nvSpPr>
          <p:cNvPr id="1461397292" name="Google Shape;982;p55"/>
          <p:cNvSpPr txBox="1"/>
          <p:nvPr>
            <p:ph type="subTitle" idx="4"/>
          </p:nvPr>
        </p:nvSpPr>
        <p:spPr bwMode="auto">
          <a:xfrm>
            <a:off x="2968125" y="1289543"/>
            <a:ext cx="5455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Inscription</a:t>
            </a:r>
            <a:endParaRPr lang="fr-FR"/>
          </a:p>
        </p:txBody>
      </p:sp>
      <p:sp>
        <p:nvSpPr>
          <p:cNvPr id="1685124460" name="Google Shape;983;p55"/>
          <p:cNvSpPr txBox="1"/>
          <p:nvPr>
            <p:ph type="subTitle" idx="5"/>
          </p:nvPr>
        </p:nvSpPr>
        <p:spPr bwMode="auto">
          <a:xfrm>
            <a:off x="2968127" y="2339963"/>
            <a:ext cx="5455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Navigation</a:t>
            </a:r>
            <a:endParaRPr lang="fr-FR"/>
          </a:p>
        </p:txBody>
      </p:sp>
      <p:sp>
        <p:nvSpPr>
          <p:cNvPr id="1067522867" name="Google Shape;984;p55"/>
          <p:cNvSpPr txBox="1"/>
          <p:nvPr>
            <p:ph type="subTitle" idx="6"/>
          </p:nvPr>
        </p:nvSpPr>
        <p:spPr bwMode="auto">
          <a:xfrm>
            <a:off x="2968112" y="3387325"/>
            <a:ext cx="5455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Rémunération</a:t>
            </a:r>
            <a:endParaRPr lang="fr-FR"/>
          </a:p>
        </p:txBody>
      </p:sp>
      <p:grpSp>
        <p:nvGrpSpPr>
          <p:cNvPr id="575960707" name="Google Shape;985;p55"/>
          <p:cNvGrpSpPr/>
          <p:nvPr/>
        </p:nvGrpSpPr>
        <p:grpSpPr bwMode="auto">
          <a:xfrm>
            <a:off x="-790916" y="3583069"/>
            <a:ext cx="3759038" cy="707403"/>
            <a:chOff x="-790916" y="3583069"/>
            <a:chExt cx="3759038" cy="707403"/>
          </a:xfrm>
        </p:grpSpPr>
        <p:sp>
          <p:nvSpPr>
            <p:cNvPr id="986" name="Google Shape;986;p55"/>
            <p:cNvSpPr/>
            <p:nvPr/>
          </p:nvSpPr>
          <p:spPr bwMode="auto">
            <a:xfrm rot="10800000">
              <a:off x="-790916" y="3583069"/>
              <a:ext cx="3759000" cy="707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987" name="Google Shape;987;p55"/>
            <p:cNvSpPr/>
            <p:nvPr/>
          </p:nvSpPr>
          <p:spPr bwMode="auto">
            <a:xfrm rot="5400000">
              <a:off x="2260722" y="3583071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grpSp>
          <p:nvGrpSpPr>
            <p:cNvPr id="988" name="Google Shape;988;p55"/>
            <p:cNvGrpSpPr/>
            <p:nvPr/>
          </p:nvGrpSpPr>
          <p:grpSpPr bwMode="auto">
            <a:xfrm>
              <a:off x="2412775" y="3735775"/>
              <a:ext cx="403300" cy="402000"/>
              <a:chOff x="3226675" y="3227475"/>
              <a:chExt cx="403300" cy="402000"/>
            </a:xfrm>
          </p:grpSpPr>
          <p:sp>
            <p:nvSpPr>
              <p:cNvPr id="989" name="Google Shape;989;p55"/>
              <p:cNvSpPr/>
              <p:nvPr/>
            </p:nvSpPr>
            <p:spPr bwMode="auto">
              <a:xfrm>
                <a:off x="3421125" y="3363000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8" y="1"/>
                    </a:moveTo>
                    <a:cubicBezTo>
                      <a:pt x="0" y="1"/>
                      <a:pt x="0" y="462"/>
                      <a:pt x="288" y="462"/>
                    </a:cubicBezTo>
                    <a:cubicBezTo>
                      <a:pt x="576" y="462"/>
                      <a:pt x="576" y="1"/>
                      <a:pt x="2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0" name="Google Shape;990;p55"/>
              <p:cNvSpPr/>
              <p:nvPr/>
            </p:nvSpPr>
            <p:spPr bwMode="auto">
              <a:xfrm>
                <a:off x="3395200" y="3368775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8" y="0"/>
                    </a:moveTo>
                    <a:cubicBezTo>
                      <a:pt x="0" y="0"/>
                      <a:pt x="0" y="461"/>
                      <a:pt x="288" y="461"/>
                    </a:cubicBezTo>
                    <a:cubicBezTo>
                      <a:pt x="576" y="461"/>
                      <a:pt x="576" y="0"/>
                      <a:pt x="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1" name="Google Shape;991;p55"/>
              <p:cNvSpPr/>
              <p:nvPr/>
            </p:nvSpPr>
            <p:spPr bwMode="auto">
              <a:xfrm>
                <a:off x="3376475" y="3387500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8" y="0"/>
                    </a:moveTo>
                    <a:cubicBezTo>
                      <a:pt x="0" y="0"/>
                      <a:pt x="0" y="461"/>
                      <a:pt x="288" y="461"/>
                    </a:cubicBezTo>
                    <a:cubicBezTo>
                      <a:pt x="576" y="461"/>
                      <a:pt x="576" y="0"/>
                      <a:pt x="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2" name="Google Shape;992;p55"/>
              <p:cNvSpPr/>
              <p:nvPr/>
            </p:nvSpPr>
            <p:spPr bwMode="auto">
              <a:xfrm>
                <a:off x="3369275" y="3413425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8" y="0"/>
                    </a:moveTo>
                    <a:cubicBezTo>
                      <a:pt x="0" y="0"/>
                      <a:pt x="0" y="461"/>
                      <a:pt x="288" y="461"/>
                    </a:cubicBezTo>
                    <a:cubicBezTo>
                      <a:pt x="576" y="461"/>
                      <a:pt x="576" y="0"/>
                      <a:pt x="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3" name="Google Shape;993;p55"/>
              <p:cNvSpPr/>
              <p:nvPr/>
            </p:nvSpPr>
            <p:spPr bwMode="auto">
              <a:xfrm>
                <a:off x="3375025" y="3439350"/>
                <a:ext cx="1587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62" fill="norm" stroke="1" extrusionOk="0">
                    <a:moveTo>
                      <a:pt x="289" y="0"/>
                    </a:moveTo>
                    <a:cubicBezTo>
                      <a:pt x="1" y="0"/>
                      <a:pt x="1" y="461"/>
                      <a:pt x="289" y="461"/>
                    </a:cubicBezTo>
                    <a:cubicBezTo>
                      <a:pt x="634" y="461"/>
                      <a:pt x="634" y="0"/>
                      <a:pt x="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4" name="Google Shape;994;p55"/>
              <p:cNvSpPr/>
              <p:nvPr/>
            </p:nvSpPr>
            <p:spPr bwMode="auto">
              <a:xfrm>
                <a:off x="3393750" y="3458075"/>
                <a:ext cx="14425" cy="11524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1" fill="norm" stroke="1" extrusionOk="0">
                    <a:moveTo>
                      <a:pt x="289" y="0"/>
                    </a:moveTo>
                    <a:cubicBezTo>
                      <a:pt x="0" y="0"/>
                      <a:pt x="0" y="461"/>
                      <a:pt x="289" y="461"/>
                    </a:cubicBezTo>
                    <a:cubicBezTo>
                      <a:pt x="577" y="461"/>
                      <a:pt x="577" y="0"/>
                      <a:pt x="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5" name="Google Shape;995;p55"/>
              <p:cNvSpPr/>
              <p:nvPr/>
            </p:nvSpPr>
            <p:spPr bwMode="auto">
              <a:xfrm>
                <a:off x="3419675" y="3465275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9" y="0"/>
                    </a:moveTo>
                    <a:cubicBezTo>
                      <a:pt x="0" y="0"/>
                      <a:pt x="0" y="461"/>
                      <a:pt x="289" y="461"/>
                    </a:cubicBezTo>
                    <a:cubicBezTo>
                      <a:pt x="577" y="461"/>
                      <a:pt x="577" y="0"/>
                      <a:pt x="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6" name="Google Shape;996;p55"/>
              <p:cNvSpPr/>
              <p:nvPr/>
            </p:nvSpPr>
            <p:spPr bwMode="auto">
              <a:xfrm>
                <a:off x="3445600" y="3458075"/>
                <a:ext cx="14425" cy="11524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1" fill="norm" stroke="1" extrusionOk="0">
                    <a:moveTo>
                      <a:pt x="289" y="0"/>
                    </a:moveTo>
                    <a:cubicBezTo>
                      <a:pt x="0" y="0"/>
                      <a:pt x="0" y="461"/>
                      <a:pt x="289" y="461"/>
                    </a:cubicBezTo>
                    <a:cubicBezTo>
                      <a:pt x="577" y="461"/>
                      <a:pt x="577" y="0"/>
                      <a:pt x="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7" name="Google Shape;997;p55"/>
              <p:cNvSpPr/>
              <p:nvPr/>
            </p:nvSpPr>
            <p:spPr bwMode="auto">
              <a:xfrm>
                <a:off x="3464325" y="3440775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8" y="1"/>
                    </a:moveTo>
                    <a:cubicBezTo>
                      <a:pt x="0" y="1"/>
                      <a:pt x="0" y="462"/>
                      <a:pt x="288" y="462"/>
                    </a:cubicBezTo>
                    <a:cubicBezTo>
                      <a:pt x="577" y="462"/>
                      <a:pt x="577" y="1"/>
                      <a:pt x="2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8" name="Google Shape;998;p55"/>
              <p:cNvSpPr/>
              <p:nvPr/>
            </p:nvSpPr>
            <p:spPr bwMode="auto">
              <a:xfrm>
                <a:off x="3471525" y="3414850"/>
                <a:ext cx="1442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9" y="1"/>
                    </a:moveTo>
                    <a:cubicBezTo>
                      <a:pt x="0" y="1"/>
                      <a:pt x="0" y="462"/>
                      <a:pt x="289" y="462"/>
                    </a:cubicBezTo>
                    <a:cubicBezTo>
                      <a:pt x="577" y="462"/>
                      <a:pt x="577" y="1"/>
                      <a:pt x="2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999" name="Google Shape;999;p55"/>
              <p:cNvSpPr/>
              <p:nvPr/>
            </p:nvSpPr>
            <p:spPr bwMode="auto">
              <a:xfrm>
                <a:off x="3464325" y="3388925"/>
                <a:ext cx="15875" cy="11550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62" fill="norm" stroke="1" extrusionOk="0">
                    <a:moveTo>
                      <a:pt x="346" y="1"/>
                    </a:moveTo>
                    <a:cubicBezTo>
                      <a:pt x="0" y="1"/>
                      <a:pt x="0" y="462"/>
                      <a:pt x="346" y="462"/>
                    </a:cubicBezTo>
                    <a:cubicBezTo>
                      <a:pt x="634" y="462"/>
                      <a:pt x="634" y="1"/>
                      <a:pt x="3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00" name="Google Shape;1000;p55"/>
              <p:cNvSpPr/>
              <p:nvPr/>
            </p:nvSpPr>
            <p:spPr bwMode="auto">
              <a:xfrm>
                <a:off x="3401750" y="3369074"/>
                <a:ext cx="59325" cy="70875"/>
              </a:xfrm>
              <a:custGeom>
                <a:avLst/>
                <a:gdLst/>
                <a:ahLst/>
                <a:cxnLst/>
                <a:rect l="l" t="t" r="r" b="b"/>
                <a:pathLst>
                  <a:path w="2373" h="2835" fill="norm" stroke="1" extrusionOk="0">
                    <a:moveTo>
                      <a:pt x="1754" y="852"/>
                    </a:moveTo>
                    <a:lnTo>
                      <a:pt x="1754" y="852"/>
                    </a:lnTo>
                    <a:cubicBezTo>
                      <a:pt x="1639" y="1486"/>
                      <a:pt x="1466" y="2062"/>
                      <a:pt x="1409" y="2177"/>
                    </a:cubicBezTo>
                    <a:cubicBezTo>
                      <a:pt x="1239" y="2220"/>
                      <a:pt x="1163" y="2356"/>
                      <a:pt x="1043" y="2356"/>
                    </a:cubicBezTo>
                    <a:cubicBezTo>
                      <a:pt x="1000" y="2356"/>
                      <a:pt x="951" y="2338"/>
                      <a:pt x="890" y="2293"/>
                    </a:cubicBezTo>
                    <a:cubicBezTo>
                      <a:pt x="717" y="2177"/>
                      <a:pt x="660" y="1947"/>
                      <a:pt x="717" y="1774"/>
                    </a:cubicBezTo>
                    <a:cubicBezTo>
                      <a:pt x="833" y="1659"/>
                      <a:pt x="1236" y="1256"/>
                      <a:pt x="1754" y="852"/>
                    </a:cubicBezTo>
                    <a:close/>
                    <a:moveTo>
                      <a:pt x="2082" y="1"/>
                    </a:moveTo>
                    <a:cubicBezTo>
                      <a:pt x="2028" y="1"/>
                      <a:pt x="1974" y="15"/>
                      <a:pt x="1927" y="46"/>
                    </a:cubicBezTo>
                    <a:cubicBezTo>
                      <a:pt x="1697" y="219"/>
                      <a:pt x="545" y="1256"/>
                      <a:pt x="314" y="1544"/>
                    </a:cubicBezTo>
                    <a:cubicBezTo>
                      <a:pt x="1" y="2118"/>
                      <a:pt x="492" y="2835"/>
                      <a:pt x="1102" y="2835"/>
                    </a:cubicBezTo>
                    <a:cubicBezTo>
                      <a:pt x="1165" y="2835"/>
                      <a:pt x="1229" y="2827"/>
                      <a:pt x="1294" y="2811"/>
                    </a:cubicBezTo>
                    <a:cubicBezTo>
                      <a:pt x="1524" y="2754"/>
                      <a:pt x="1697" y="2581"/>
                      <a:pt x="1812" y="2408"/>
                    </a:cubicBezTo>
                    <a:cubicBezTo>
                      <a:pt x="1985" y="2120"/>
                      <a:pt x="2273" y="564"/>
                      <a:pt x="2331" y="276"/>
                    </a:cubicBezTo>
                    <a:cubicBezTo>
                      <a:pt x="2373" y="108"/>
                      <a:pt x="2230" y="1"/>
                      <a:pt x="20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01" name="Google Shape;1001;p55"/>
              <p:cNvSpPr/>
              <p:nvPr/>
            </p:nvSpPr>
            <p:spPr bwMode="auto">
              <a:xfrm>
                <a:off x="3226675" y="3227475"/>
                <a:ext cx="403300" cy="402000"/>
              </a:xfrm>
              <a:custGeom>
                <a:avLst/>
                <a:gdLst/>
                <a:ahLst/>
                <a:cxnLst/>
                <a:rect l="l" t="t" r="r" b="b"/>
                <a:pathLst>
                  <a:path w="16132" h="16080" fill="norm" stroke="1" extrusionOk="0">
                    <a:moveTo>
                      <a:pt x="8700" y="2080"/>
                    </a:moveTo>
                    <a:cubicBezTo>
                      <a:pt x="8757" y="2080"/>
                      <a:pt x="8873" y="2138"/>
                      <a:pt x="8873" y="2196"/>
                    </a:cubicBezTo>
                    <a:cubicBezTo>
                      <a:pt x="8930" y="2311"/>
                      <a:pt x="8815" y="2426"/>
                      <a:pt x="8700" y="2426"/>
                    </a:cubicBezTo>
                    <a:lnTo>
                      <a:pt x="7375" y="2426"/>
                    </a:lnTo>
                    <a:cubicBezTo>
                      <a:pt x="7317" y="2426"/>
                      <a:pt x="7202" y="2311"/>
                      <a:pt x="7202" y="2253"/>
                    </a:cubicBezTo>
                    <a:cubicBezTo>
                      <a:pt x="7202" y="2138"/>
                      <a:pt x="7317" y="2080"/>
                      <a:pt x="7375" y="2080"/>
                    </a:cubicBezTo>
                    <a:close/>
                    <a:moveTo>
                      <a:pt x="8066" y="4961"/>
                    </a:moveTo>
                    <a:cubicBezTo>
                      <a:pt x="9564" y="4961"/>
                      <a:pt x="10774" y="6171"/>
                      <a:pt x="10774" y="7669"/>
                    </a:cubicBezTo>
                    <a:cubicBezTo>
                      <a:pt x="10774" y="9224"/>
                      <a:pt x="9564" y="10434"/>
                      <a:pt x="8066" y="10434"/>
                    </a:cubicBezTo>
                    <a:cubicBezTo>
                      <a:pt x="6511" y="10434"/>
                      <a:pt x="5301" y="9224"/>
                      <a:pt x="5301" y="7669"/>
                    </a:cubicBezTo>
                    <a:cubicBezTo>
                      <a:pt x="5301" y="6171"/>
                      <a:pt x="6511" y="4961"/>
                      <a:pt x="8066" y="4961"/>
                    </a:cubicBezTo>
                    <a:close/>
                    <a:moveTo>
                      <a:pt x="15867" y="13889"/>
                    </a:moveTo>
                    <a:cubicBezTo>
                      <a:pt x="15859" y="13890"/>
                      <a:pt x="15851" y="13891"/>
                      <a:pt x="15844" y="13891"/>
                    </a:cubicBezTo>
                    <a:lnTo>
                      <a:pt x="15901" y="13891"/>
                    </a:lnTo>
                    <a:cubicBezTo>
                      <a:pt x="15889" y="13891"/>
                      <a:pt x="15878" y="13890"/>
                      <a:pt x="15867" y="13889"/>
                    </a:cubicBezTo>
                    <a:close/>
                    <a:moveTo>
                      <a:pt x="5186" y="10952"/>
                    </a:moveTo>
                    <a:lnTo>
                      <a:pt x="5186" y="15619"/>
                    </a:lnTo>
                    <a:lnTo>
                      <a:pt x="461" y="15619"/>
                    </a:lnTo>
                    <a:lnTo>
                      <a:pt x="461" y="10952"/>
                    </a:lnTo>
                    <a:close/>
                    <a:moveTo>
                      <a:pt x="10428" y="10952"/>
                    </a:moveTo>
                    <a:lnTo>
                      <a:pt x="10428" y="15619"/>
                    </a:lnTo>
                    <a:lnTo>
                      <a:pt x="5704" y="15619"/>
                    </a:lnTo>
                    <a:lnTo>
                      <a:pt x="5704" y="10952"/>
                    </a:lnTo>
                    <a:close/>
                    <a:moveTo>
                      <a:pt x="8054" y="1"/>
                    </a:moveTo>
                    <a:cubicBezTo>
                      <a:pt x="6612" y="1"/>
                      <a:pt x="5210" y="423"/>
                      <a:pt x="3976" y="1216"/>
                    </a:cubicBezTo>
                    <a:cubicBezTo>
                      <a:pt x="3112" y="1850"/>
                      <a:pt x="2363" y="2599"/>
                      <a:pt x="1787" y="3521"/>
                    </a:cubicBezTo>
                    <a:lnTo>
                      <a:pt x="1614" y="2714"/>
                    </a:lnTo>
                    <a:cubicBezTo>
                      <a:pt x="1567" y="2620"/>
                      <a:pt x="1481" y="2526"/>
                      <a:pt x="1389" y="2526"/>
                    </a:cubicBezTo>
                    <a:cubicBezTo>
                      <a:pt x="1368" y="2526"/>
                      <a:pt x="1347" y="2531"/>
                      <a:pt x="1326" y="2541"/>
                    </a:cubicBezTo>
                    <a:cubicBezTo>
                      <a:pt x="1210" y="2599"/>
                      <a:pt x="1095" y="2714"/>
                      <a:pt x="1153" y="2829"/>
                    </a:cubicBezTo>
                    <a:lnTo>
                      <a:pt x="1498" y="4154"/>
                    </a:lnTo>
                    <a:cubicBezTo>
                      <a:pt x="1498" y="4327"/>
                      <a:pt x="1671" y="4385"/>
                      <a:pt x="1787" y="4385"/>
                    </a:cubicBezTo>
                    <a:lnTo>
                      <a:pt x="3169" y="3924"/>
                    </a:lnTo>
                    <a:cubicBezTo>
                      <a:pt x="3284" y="3924"/>
                      <a:pt x="3342" y="3751"/>
                      <a:pt x="3342" y="3636"/>
                    </a:cubicBezTo>
                    <a:cubicBezTo>
                      <a:pt x="3300" y="3552"/>
                      <a:pt x="3227" y="3498"/>
                      <a:pt x="3145" y="3498"/>
                    </a:cubicBezTo>
                    <a:cubicBezTo>
                      <a:pt x="3116" y="3498"/>
                      <a:pt x="3085" y="3505"/>
                      <a:pt x="3054" y="3521"/>
                    </a:cubicBezTo>
                    <a:lnTo>
                      <a:pt x="2247" y="3751"/>
                    </a:lnTo>
                    <a:cubicBezTo>
                      <a:pt x="2708" y="2887"/>
                      <a:pt x="3400" y="2196"/>
                      <a:pt x="4264" y="1619"/>
                    </a:cubicBezTo>
                    <a:cubicBezTo>
                      <a:pt x="5406" y="872"/>
                      <a:pt x="6716" y="461"/>
                      <a:pt x="8066" y="461"/>
                    </a:cubicBezTo>
                    <a:cubicBezTo>
                      <a:pt x="8486" y="461"/>
                      <a:pt x="8910" y="500"/>
                      <a:pt x="9334" y="583"/>
                    </a:cubicBezTo>
                    <a:cubicBezTo>
                      <a:pt x="11119" y="928"/>
                      <a:pt x="12675" y="1965"/>
                      <a:pt x="13654" y="3463"/>
                    </a:cubicBezTo>
                    <a:cubicBezTo>
                      <a:pt x="14403" y="4500"/>
                      <a:pt x="14807" y="5710"/>
                      <a:pt x="14807" y="6977"/>
                    </a:cubicBezTo>
                    <a:cubicBezTo>
                      <a:pt x="14864" y="8187"/>
                      <a:pt x="14576" y="9339"/>
                      <a:pt x="14058" y="10434"/>
                    </a:cubicBezTo>
                    <a:lnTo>
                      <a:pt x="11350" y="10434"/>
                    </a:lnTo>
                    <a:cubicBezTo>
                      <a:pt x="11465" y="10261"/>
                      <a:pt x="11580" y="10146"/>
                      <a:pt x="11638" y="9973"/>
                    </a:cubicBezTo>
                    <a:cubicBezTo>
                      <a:pt x="12790" y="8187"/>
                      <a:pt x="12502" y="5883"/>
                      <a:pt x="10889" y="4500"/>
                    </a:cubicBezTo>
                    <a:cubicBezTo>
                      <a:pt x="10255" y="3924"/>
                      <a:pt x="9449" y="3521"/>
                      <a:pt x="8585" y="3405"/>
                    </a:cubicBezTo>
                    <a:lnTo>
                      <a:pt x="8297" y="3405"/>
                    </a:lnTo>
                    <a:lnTo>
                      <a:pt x="8297" y="2887"/>
                    </a:lnTo>
                    <a:lnTo>
                      <a:pt x="8757" y="2887"/>
                    </a:lnTo>
                    <a:cubicBezTo>
                      <a:pt x="8930" y="2887"/>
                      <a:pt x="9103" y="2772"/>
                      <a:pt x="9161" y="2656"/>
                    </a:cubicBezTo>
                    <a:cubicBezTo>
                      <a:pt x="9506" y="2138"/>
                      <a:pt x="9161" y="1562"/>
                      <a:pt x="8700" y="1562"/>
                    </a:cubicBezTo>
                    <a:lnTo>
                      <a:pt x="7317" y="1562"/>
                    </a:lnTo>
                    <a:cubicBezTo>
                      <a:pt x="7144" y="1562"/>
                      <a:pt x="6972" y="1677"/>
                      <a:pt x="6914" y="1792"/>
                    </a:cubicBezTo>
                    <a:cubicBezTo>
                      <a:pt x="6511" y="2311"/>
                      <a:pt x="6914" y="2887"/>
                      <a:pt x="7375" y="2887"/>
                    </a:cubicBezTo>
                    <a:lnTo>
                      <a:pt x="7778" y="2887"/>
                    </a:lnTo>
                    <a:lnTo>
                      <a:pt x="7778" y="3405"/>
                    </a:lnTo>
                    <a:cubicBezTo>
                      <a:pt x="7778" y="3405"/>
                      <a:pt x="6626" y="3578"/>
                      <a:pt x="6107" y="3866"/>
                    </a:cubicBezTo>
                    <a:cubicBezTo>
                      <a:pt x="5855" y="3967"/>
                      <a:pt x="6001" y="4290"/>
                      <a:pt x="6235" y="4290"/>
                    </a:cubicBezTo>
                    <a:cubicBezTo>
                      <a:pt x="6268" y="4290"/>
                      <a:pt x="6302" y="4284"/>
                      <a:pt x="6338" y="4270"/>
                    </a:cubicBezTo>
                    <a:cubicBezTo>
                      <a:pt x="6847" y="4004"/>
                      <a:pt x="7424" y="3874"/>
                      <a:pt x="8007" y="3874"/>
                    </a:cubicBezTo>
                    <a:cubicBezTo>
                      <a:pt x="8942" y="3874"/>
                      <a:pt x="9891" y="4207"/>
                      <a:pt x="10601" y="4846"/>
                    </a:cubicBezTo>
                    <a:cubicBezTo>
                      <a:pt x="11292" y="5422"/>
                      <a:pt x="11696" y="6286"/>
                      <a:pt x="11868" y="7150"/>
                    </a:cubicBezTo>
                    <a:cubicBezTo>
                      <a:pt x="11984" y="8014"/>
                      <a:pt x="11753" y="8936"/>
                      <a:pt x="11235" y="9743"/>
                    </a:cubicBezTo>
                    <a:cubicBezTo>
                      <a:pt x="11119" y="9973"/>
                      <a:pt x="10889" y="10261"/>
                      <a:pt x="10659" y="10376"/>
                    </a:cubicBezTo>
                    <a:lnTo>
                      <a:pt x="9679" y="10376"/>
                    </a:lnTo>
                    <a:cubicBezTo>
                      <a:pt x="10659" y="9858"/>
                      <a:pt x="11292" y="8821"/>
                      <a:pt x="11292" y="7669"/>
                    </a:cubicBezTo>
                    <a:cubicBezTo>
                      <a:pt x="11292" y="5883"/>
                      <a:pt x="9852" y="4442"/>
                      <a:pt x="8066" y="4442"/>
                    </a:cubicBezTo>
                    <a:cubicBezTo>
                      <a:pt x="6280" y="4442"/>
                      <a:pt x="4840" y="5883"/>
                      <a:pt x="4840" y="7669"/>
                    </a:cubicBezTo>
                    <a:cubicBezTo>
                      <a:pt x="4840" y="8821"/>
                      <a:pt x="5474" y="9858"/>
                      <a:pt x="6395" y="10376"/>
                    </a:cubicBezTo>
                    <a:lnTo>
                      <a:pt x="5474" y="10376"/>
                    </a:lnTo>
                    <a:cubicBezTo>
                      <a:pt x="4667" y="9915"/>
                      <a:pt x="4264" y="8590"/>
                      <a:pt x="4264" y="7669"/>
                    </a:cubicBezTo>
                    <a:cubicBezTo>
                      <a:pt x="4264" y="6689"/>
                      <a:pt x="4609" y="5767"/>
                      <a:pt x="5301" y="5076"/>
                    </a:cubicBezTo>
                    <a:cubicBezTo>
                      <a:pt x="5433" y="4899"/>
                      <a:pt x="5261" y="4654"/>
                      <a:pt x="5095" y="4654"/>
                    </a:cubicBezTo>
                    <a:cubicBezTo>
                      <a:pt x="5045" y="4654"/>
                      <a:pt x="4995" y="4677"/>
                      <a:pt x="4955" y="4730"/>
                    </a:cubicBezTo>
                    <a:cubicBezTo>
                      <a:pt x="4206" y="5479"/>
                      <a:pt x="3803" y="6516"/>
                      <a:pt x="3803" y="7669"/>
                    </a:cubicBezTo>
                    <a:cubicBezTo>
                      <a:pt x="3803" y="8706"/>
                      <a:pt x="4149" y="9685"/>
                      <a:pt x="4782" y="10434"/>
                    </a:cubicBezTo>
                    <a:lnTo>
                      <a:pt x="2075" y="10434"/>
                    </a:lnTo>
                    <a:cubicBezTo>
                      <a:pt x="1614" y="9570"/>
                      <a:pt x="1383" y="8706"/>
                      <a:pt x="1326" y="7784"/>
                    </a:cubicBezTo>
                    <a:cubicBezTo>
                      <a:pt x="1326" y="7669"/>
                      <a:pt x="1210" y="7553"/>
                      <a:pt x="1038" y="7553"/>
                    </a:cubicBezTo>
                    <a:cubicBezTo>
                      <a:pt x="922" y="7553"/>
                      <a:pt x="807" y="7669"/>
                      <a:pt x="807" y="7841"/>
                    </a:cubicBezTo>
                    <a:cubicBezTo>
                      <a:pt x="922" y="8706"/>
                      <a:pt x="1556" y="10376"/>
                      <a:pt x="1556" y="10376"/>
                    </a:cubicBezTo>
                    <a:lnTo>
                      <a:pt x="289" y="10376"/>
                    </a:lnTo>
                    <a:cubicBezTo>
                      <a:pt x="116" y="10376"/>
                      <a:pt x="1" y="10492"/>
                      <a:pt x="1" y="10664"/>
                    </a:cubicBezTo>
                    <a:lnTo>
                      <a:pt x="1" y="15849"/>
                    </a:lnTo>
                    <a:cubicBezTo>
                      <a:pt x="1" y="15965"/>
                      <a:pt x="116" y="16080"/>
                      <a:pt x="289" y="16080"/>
                    </a:cubicBezTo>
                    <a:lnTo>
                      <a:pt x="15901" y="16080"/>
                    </a:lnTo>
                    <a:cubicBezTo>
                      <a:pt x="16016" y="16080"/>
                      <a:pt x="16132" y="15965"/>
                      <a:pt x="16132" y="15849"/>
                    </a:cubicBezTo>
                    <a:lnTo>
                      <a:pt x="16132" y="14870"/>
                    </a:lnTo>
                    <a:cubicBezTo>
                      <a:pt x="16132" y="14755"/>
                      <a:pt x="16016" y="14639"/>
                      <a:pt x="15901" y="14639"/>
                    </a:cubicBezTo>
                    <a:cubicBezTo>
                      <a:pt x="15786" y="14639"/>
                      <a:pt x="15671" y="14755"/>
                      <a:pt x="15671" y="14870"/>
                    </a:cubicBezTo>
                    <a:lnTo>
                      <a:pt x="15671" y="15561"/>
                    </a:lnTo>
                    <a:lnTo>
                      <a:pt x="10889" y="15561"/>
                    </a:lnTo>
                    <a:lnTo>
                      <a:pt x="10889" y="10895"/>
                    </a:lnTo>
                    <a:lnTo>
                      <a:pt x="15671" y="10895"/>
                    </a:lnTo>
                    <a:lnTo>
                      <a:pt x="15671" y="13660"/>
                    </a:lnTo>
                    <a:cubicBezTo>
                      <a:pt x="15671" y="13767"/>
                      <a:pt x="15721" y="13875"/>
                      <a:pt x="15867" y="13889"/>
                    </a:cubicBezTo>
                    <a:lnTo>
                      <a:pt x="15867" y="13889"/>
                    </a:lnTo>
                    <a:cubicBezTo>
                      <a:pt x="15974" y="13875"/>
                      <a:pt x="16074" y="13767"/>
                      <a:pt x="16074" y="13660"/>
                    </a:cubicBezTo>
                    <a:lnTo>
                      <a:pt x="16074" y="10664"/>
                    </a:lnTo>
                    <a:cubicBezTo>
                      <a:pt x="16074" y="10549"/>
                      <a:pt x="15959" y="10434"/>
                      <a:pt x="15844" y="10434"/>
                    </a:cubicBezTo>
                    <a:lnTo>
                      <a:pt x="14576" y="10434"/>
                    </a:lnTo>
                    <a:cubicBezTo>
                      <a:pt x="15095" y="9339"/>
                      <a:pt x="15325" y="8187"/>
                      <a:pt x="15267" y="6977"/>
                    </a:cubicBezTo>
                    <a:cubicBezTo>
                      <a:pt x="15267" y="5652"/>
                      <a:pt x="14807" y="4327"/>
                      <a:pt x="14058" y="3175"/>
                    </a:cubicBezTo>
                    <a:cubicBezTo>
                      <a:pt x="12963" y="1562"/>
                      <a:pt x="11292" y="467"/>
                      <a:pt x="9391" y="122"/>
                    </a:cubicBezTo>
                    <a:cubicBezTo>
                      <a:pt x="8944" y="40"/>
                      <a:pt x="8498" y="1"/>
                      <a:pt x="805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02" name="Google Shape;1002;p55"/>
              <p:cNvSpPr/>
              <p:nvPr/>
            </p:nvSpPr>
            <p:spPr bwMode="auto">
              <a:xfrm>
                <a:off x="3394400" y="3526650"/>
                <a:ext cx="67875" cy="65025"/>
              </a:xfrm>
              <a:custGeom>
                <a:avLst/>
                <a:gdLst/>
                <a:ahLst/>
                <a:cxnLst/>
                <a:rect l="l" t="t" r="r" b="b"/>
                <a:pathLst>
                  <a:path w="2715" h="2601" fill="norm" stroke="1" extrusionOk="0">
                    <a:moveTo>
                      <a:pt x="664" y="0"/>
                    </a:moveTo>
                    <a:cubicBezTo>
                      <a:pt x="535" y="0"/>
                      <a:pt x="408" y="74"/>
                      <a:pt x="378" y="195"/>
                    </a:cubicBezTo>
                    <a:lnTo>
                      <a:pt x="32" y="2327"/>
                    </a:lnTo>
                    <a:cubicBezTo>
                      <a:pt x="0" y="2485"/>
                      <a:pt x="125" y="2574"/>
                      <a:pt x="254" y="2574"/>
                    </a:cubicBezTo>
                    <a:cubicBezTo>
                      <a:pt x="359" y="2574"/>
                      <a:pt x="467" y="2514"/>
                      <a:pt x="493" y="2384"/>
                    </a:cubicBezTo>
                    <a:lnTo>
                      <a:pt x="723" y="1117"/>
                    </a:lnTo>
                    <a:lnTo>
                      <a:pt x="1069" y="2384"/>
                    </a:lnTo>
                    <a:cubicBezTo>
                      <a:pt x="1098" y="2528"/>
                      <a:pt x="1213" y="2600"/>
                      <a:pt x="1328" y="2600"/>
                    </a:cubicBezTo>
                    <a:cubicBezTo>
                      <a:pt x="1444" y="2600"/>
                      <a:pt x="1559" y="2528"/>
                      <a:pt x="1588" y="2384"/>
                    </a:cubicBezTo>
                    <a:lnTo>
                      <a:pt x="1991" y="1117"/>
                    </a:lnTo>
                    <a:lnTo>
                      <a:pt x="2221" y="2384"/>
                    </a:lnTo>
                    <a:cubicBezTo>
                      <a:pt x="2246" y="2509"/>
                      <a:pt x="2346" y="2569"/>
                      <a:pt x="2448" y="2569"/>
                    </a:cubicBezTo>
                    <a:cubicBezTo>
                      <a:pt x="2580" y="2569"/>
                      <a:pt x="2715" y="2465"/>
                      <a:pt x="2682" y="2269"/>
                    </a:cubicBezTo>
                    <a:lnTo>
                      <a:pt x="2682" y="2269"/>
                    </a:lnTo>
                    <a:lnTo>
                      <a:pt x="2682" y="2327"/>
                    </a:lnTo>
                    <a:lnTo>
                      <a:pt x="2279" y="195"/>
                    </a:lnTo>
                    <a:cubicBezTo>
                      <a:pt x="2249" y="74"/>
                      <a:pt x="2122" y="0"/>
                      <a:pt x="2001" y="0"/>
                    </a:cubicBezTo>
                    <a:cubicBezTo>
                      <a:pt x="1892" y="0"/>
                      <a:pt x="1788" y="59"/>
                      <a:pt x="1760" y="195"/>
                    </a:cubicBezTo>
                    <a:lnTo>
                      <a:pt x="1357" y="1635"/>
                    </a:lnTo>
                    <a:lnTo>
                      <a:pt x="954" y="195"/>
                    </a:lnTo>
                    <a:cubicBezTo>
                      <a:pt x="899" y="59"/>
                      <a:pt x="781" y="0"/>
                      <a:pt x="6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03" name="Google Shape;1003;p55"/>
              <p:cNvSpPr/>
              <p:nvPr/>
            </p:nvSpPr>
            <p:spPr bwMode="auto">
              <a:xfrm>
                <a:off x="3274200" y="3525750"/>
                <a:ext cx="47550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2637" fill="norm" stroke="1" extrusionOk="0">
                    <a:moveTo>
                      <a:pt x="1614" y="1"/>
                    </a:moveTo>
                    <a:cubicBezTo>
                      <a:pt x="1499" y="1"/>
                      <a:pt x="1441" y="116"/>
                      <a:pt x="1441" y="289"/>
                    </a:cubicBezTo>
                    <a:lnTo>
                      <a:pt x="1441" y="1038"/>
                    </a:lnTo>
                    <a:lnTo>
                      <a:pt x="462" y="1038"/>
                    </a:lnTo>
                    <a:lnTo>
                      <a:pt x="462" y="231"/>
                    </a:lnTo>
                    <a:cubicBezTo>
                      <a:pt x="462" y="87"/>
                      <a:pt x="346" y="15"/>
                      <a:pt x="231" y="15"/>
                    </a:cubicBezTo>
                    <a:cubicBezTo>
                      <a:pt x="116" y="15"/>
                      <a:pt x="1" y="87"/>
                      <a:pt x="1" y="231"/>
                    </a:cubicBezTo>
                    <a:lnTo>
                      <a:pt x="1" y="2420"/>
                    </a:lnTo>
                    <a:cubicBezTo>
                      <a:pt x="1" y="2564"/>
                      <a:pt x="116" y="2636"/>
                      <a:pt x="231" y="2636"/>
                    </a:cubicBezTo>
                    <a:cubicBezTo>
                      <a:pt x="346" y="2636"/>
                      <a:pt x="462" y="2564"/>
                      <a:pt x="462" y="2420"/>
                    </a:cubicBezTo>
                    <a:lnTo>
                      <a:pt x="462" y="1499"/>
                    </a:lnTo>
                    <a:lnTo>
                      <a:pt x="1441" y="1499"/>
                    </a:lnTo>
                    <a:lnTo>
                      <a:pt x="1441" y="2420"/>
                    </a:lnTo>
                    <a:cubicBezTo>
                      <a:pt x="1441" y="2564"/>
                      <a:pt x="1556" y="2636"/>
                      <a:pt x="1671" y="2636"/>
                    </a:cubicBezTo>
                    <a:cubicBezTo>
                      <a:pt x="1787" y="2636"/>
                      <a:pt x="1902" y="2564"/>
                      <a:pt x="1902" y="2420"/>
                    </a:cubicBezTo>
                    <a:lnTo>
                      <a:pt x="1902" y="231"/>
                    </a:lnTo>
                    <a:cubicBezTo>
                      <a:pt x="1902" y="116"/>
                      <a:pt x="1787" y="1"/>
                      <a:pt x="16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04" name="Google Shape;1004;p55"/>
              <p:cNvSpPr/>
              <p:nvPr/>
            </p:nvSpPr>
            <p:spPr bwMode="auto">
              <a:xfrm>
                <a:off x="3532024" y="3526125"/>
                <a:ext cx="50425" cy="65900"/>
              </a:xfrm>
              <a:custGeom>
                <a:avLst/>
                <a:gdLst/>
                <a:ahLst/>
                <a:cxnLst/>
                <a:rect l="l" t="t" r="r" b="b"/>
                <a:pathLst>
                  <a:path w="2017" h="2636" fill="norm" stroke="1" extrusionOk="0">
                    <a:moveTo>
                      <a:pt x="1041" y="0"/>
                    </a:moveTo>
                    <a:cubicBezTo>
                      <a:pt x="949" y="0"/>
                      <a:pt x="851" y="13"/>
                      <a:pt x="749" y="43"/>
                    </a:cubicBezTo>
                    <a:cubicBezTo>
                      <a:pt x="288" y="216"/>
                      <a:pt x="0" y="1023"/>
                      <a:pt x="576" y="1311"/>
                    </a:cubicBezTo>
                    <a:cubicBezTo>
                      <a:pt x="576" y="1311"/>
                      <a:pt x="864" y="1426"/>
                      <a:pt x="1210" y="1541"/>
                    </a:cubicBezTo>
                    <a:cubicBezTo>
                      <a:pt x="1383" y="1656"/>
                      <a:pt x="1498" y="1772"/>
                      <a:pt x="1498" y="1887"/>
                    </a:cubicBezTo>
                    <a:cubicBezTo>
                      <a:pt x="1440" y="2002"/>
                      <a:pt x="1325" y="2175"/>
                      <a:pt x="1095" y="2175"/>
                    </a:cubicBezTo>
                    <a:cubicBezTo>
                      <a:pt x="864" y="2175"/>
                      <a:pt x="691" y="2060"/>
                      <a:pt x="519" y="1945"/>
                    </a:cubicBezTo>
                    <a:cubicBezTo>
                      <a:pt x="474" y="1885"/>
                      <a:pt x="417" y="1860"/>
                      <a:pt x="361" y="1860"/>
                    </a:cubicBezTo>
                    <a:cubicBezTo>
                      <a:pt x="201" y="1860"/>
                      <a:pt x="45" y="2062"/>
                      <a:pt x="173" y="2233"/>
                    </a:cubicBezTo>
                    <a:cubicBezTo>
                      <a:pt x="403" y="2463"/>
                      <a:pt x="749" y="2636"/>
                      <a:pt x="1095" y="2636"/>
                    </a:cubicBezTo>
                    <a:cubicBezTo>
                      <a:pt x="1498" y="2636"/>
                      <a:pt x="1901" y="2348"/>
                      <a:pt x="1959" y="1945"/>
                    </a:cubicBezTo>
                    <a:cubicBezTo>
                      <a:pt x="2016" y="1656"/>
                      <a:pt x="1844" y="1311"/>
                      <a:pt x="1325" y="1138"/>
                    </a:cubicBezTo>
                    <a:cubicBezTo>
                      <a:pt x="1095" y="1023"/>
                      <a:pt x="864" y="908"/>
                      <a:pt x="807" y="850"/>
                    </a:cubicBezTo>
                    <a:cubicBezTo>
                      <a:pt x="634" y="735"/>
                      <a:pt x="749" y="562"/>
                      <a:pt x="922" y="504"/>
                    </a:cubicBezTo>
                    <a:cubicBezTo>
                      <a:pt x="978" y="482"/>
                      <a:pt x="1034" y="472"/>
                      <a:pt x="1088" y="472"/>
                    </a:cubicBezTo>
                    <a:cubicBezTo>
                      <a:pt x="1311" y="472"/>
                      <a:pt x="1498" y="631"/>
                      <a:pt x="1498" y="677"/>
                    </a:cubicBezTo>
                    <a:cubicBezTo>
                      <a:pt x="1541" y="710"/>
                      <a:pt x="1587" y="724"/>
                      <a:pt x="1630" y="724"/>
                    </a:cubicBezTo>
                    <a:cubicBezTo>
                      <a:pt x="1819" y="724"/>
                      <a:pt x="1973" y="461"/>
                      <a:pt x="1786" y="274"/>
                    </a:cubicBezTo>
                    <a:cubicBezTo>
                      <a:pt x="1786" y="274"/>
                      <a:pt x="1473" y="0"/>
                      <a:pt x="104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1888298448" name="Google Shape;1005;p55"/>
          <p:cNvGrpSpPr/>
          <p:nvPr/>
        </p:nvGrpSpPr>
        <p:grpSpPr bwMode="auto">
          <a:xfrm>
            <a:off x="-790903" y="2534624"/>
            <a:ext cx="3759025" cy="707403"/>
            <a:chOff x="-790903" y="2601519"/>
            <a:chExt cx="3759025" cy="707403"/>
          </a:xfrm>
        </p:grpSpPr>
        <p:sp>
          <p:nvSpPr>
            <p:cNvPr id="1006" name="Google Shape;1006;p55"/>
            <p:cNvSpPr/>
            <p:nvPr/>
          </p:nvSpPr>
          <p:spPr bwMode="auto">
            <a:xfrm rot="10800000">
              <a:off x="-790903" y="2601519"/>
              <a:ext cx="3759000" cy="707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07" name="Google Shape;1007;p55"/>
            <p:cNvSpPr/>
            <p:nvPr/>
          </p:nvSpPr>
          <p:spPr bwMode="auto">
            <a:xfrm rot="5400000">
              <a:off x="2260722" y="2601521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grpSp>
          <p:nvGrpSpPr>
            <p:cNvPr id="1008" name="Google Shape;1008;p55"/>
            <p:cNvGrpSpPr/>
            <p:nvPr/>
          </p:nvGrpSpPr>
          <p:grpSpPr bwMode="auto">
            <a:xfrm>
              <a:off x="2431500" y="2754300"/>
              <a:ext cx="365850" cy="401850"/>
              <a:chOff x="1479625" y="3227625"/>
              <a:chExt cx="365850" cy="401850"/>
            </a:xfrm>
          </p:grpSpPr>
          <p:sp>
            <p:nvSpPr>
              <p:cNvPr id="1009" name="Google Shape;1009;p55"/>
              <p:cNvSpPr/>
              <p:nvPr/>
            </p:nvSpPr>
            <p:spPr bwMode="auto">
              <a:xfrm>
                <a:off x="1757600" y="3242025"/>
                <a:ext cx="11550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729" fill="norm" stroke="1" extrusionOk="0">
                    <a:moveTo>
                      <a:pt x="289" y="1"/>
                    </a:moveTo>
                    <a:cubicBezTo>
                      <a:pt x="116" y="1"/>
                      <a:pt x="0" y="116"/>
                      <a:pt x="0" y="231"/>
                    </a:cubicBezTo>
                    <a:lnTo>
                      <a:pt x="0" y="1498"/>
                    </a:lnTo>
                    <a:cubicBezTo>
                      <a:pt x="0" y="1614"/>
                      <a:pt x="116" y="1729"/>
                      <a:pt x="289" y="1729"/>
                    </a:cubicBezTo>
                    <a:cubicBezTo>
                      <a:pt x="404" y="1729"/>
                      <a:pt x="461" y="1614"/>
                      <a:pt x="461" y="1498"/>
                    </a:cubicBezTo>
                    <a:lnTo>
                      <a:pt x="461" y="231"/>
                    </a:lnTo>
                    <a:cubicBezTo>
                      <a:pt x="461" y="116"/>
                      <a:pt x="404" y="1"/>
                      <a:pt x="2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10" name="Google Shape;1010;p55"/>
              <p:cNvSpPr/>
              <p:nvPr/>
            </p:nvSpPr>
            <p:spPr bwMode="auto">
              <a:xfrm>
                <a:off x="1786400" y="3262199"/>
                <a:ext cx="11550" cy="464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859" fill="norm" stroke="1" extrusionOk="0">
                    <a:moveTo>
                      <a:pt x="231" y="0"/>
                    </a:moveTo>
                    <a:cubicBezTo>
                      <a:pt x="116" y="0"/>
                      <a:pt x="1" y="58"/>
                      <a:pt x="1" y="230"/>
                    </a:cubicBezTo>
                    <a:lnTo>
                      <a:pt x="1" y="1613"/>
                    </a:lnTo>
                    <a:cubicBezTo>
                      <a:pt x="1" y="1755"/>
                      <a:pt x="79" y="1859"/>
                      <a:pt x="171" y="1859"/>
                    </a:cubicBezTo>
                    <a:cubicBezTo>
                      <a:pt x="190" y="1859"/>
                      <a:pt x="211" y="1854"/>
                      <a:pt x="231" y="1844"/>
                    </a:cubicBezTo>
                    <a:cubicBezTo>
                      <a:pt x="346" y="1844"/>
                      <a:pt x="462" y="1728"/>
                      <a:pt x="462" y="1613"/>
                    </a:cubicBezTo>
                    <a:lnTo>
                      <a:pt x="462" y="230"/>
                    </a:lnTo>
                    <a:cubicBezTo>
                      <a:pt x="462" y="115"/>
                      <a:pt x="346" y="0"/>
                      <a:pt x="2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11" name="Google Shape;1011;p55"/>
              <p:cNvSpPr/>
              <p:nvPr/>
            </p:nvSpPr>
            <p:spPr bwMode="auto">
              <a:xfrm>
                <a:off x="1566050" y="3299625"/>
                <a:ext cx="12975" cy="61975"/>
              </a:xfrm>
              <a:custGeom>
                <a:avLst/>
                <a:gdLst/>
                <a:ahLst/>
                <a:cxnLst/>
                <a:rect l="l" t="t" r="r" b="b"/>
                <a:pathLst>
                  <a:path w="519" h="2479" fill="norm" stroke="1" extrusionOk="0">
                    <a:moveTo>
                      <a:pt x="288" y="1"/>
                    </a:moveTo>
                    <a:cubicBezTo>
                      <a:pt x="115" y="1"/>
                      <a:pt x="0" y="116"/>
                      <a:pt x="0" y="231"/>
                    </a:cubicBezTo>
                    <a:lnTo>
                      <a:pt x="0" y="2248"/>
                    </a:lnTo>
                    <a:cubicBezTo>
                      <a:pt x="0" y="2363"/>
                      <a:pt x="115" y="2478"/>
                      <a:pt x="288" y="2478"/>
                    </a:cubicBezTo>
                    <a:cubicBezTo>
                      <a:pt x="404" y="2478"/>
                      <a:pt x="519" y="2363"/>
                      <a:pt x="519" y="2248"/>
                    </a:cubicBezTo>
                    <a:lnTo>
                      <a:pt x="519" y="231"/>
                    </a:lnTo>
                    <a:cubicBezTo>
                      <a:pt x="519" y="116"/>
                      <a:pt x="404" y="1"/>
                      <a:pt x="2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12" name="Google Shape;1012;p55"/>
              <p:cNvSpPr/>
              <p:nvPr/>
            </p:nvSpPr>
            <p:spPr bwMode="auto">
              <a:xfrm>
                <a:off x="1711500" y="3320950"/>
                <a:ext cx="38925" cy="74150"/>
              </a:xfrm>
              <a:custGeom>
                <a:avLst/>
                <a:gdLst/>
                <a:ahLst/>
                <a:cxnLst/>
                <a:rect l="l" t="t" r="r" b="b"/>
                <a:pathLst>
                  <a:path w="1557" h="2966" fill="norm" stroke="1" extrusionOk="0">
                    <a:moveTo>
                      <a:pt x="737" y="1"/>
                    </a:moveTo>
                    <a:cubicBezTo>
                      <a:pt x="591" y="1"/>
                      <a:pt x="462" y="143"/>
                      <a:pt x="462" y="243"/>
                    </a:cubicBezTo>
                    <a:lnTo>
                      <a:pt x="519" y="243"/>
                    </a:lnTo>
                    <a:lnTo>
                      <a:pt x="519" y="358"/>
                    </a:lnTo>
                    <a:cubicBezTo>
                      <a:pt x="519" y="358"/>
                      <a:pt x="116" y="646"/>
                      <a:pt x="116" y="876"/>
                    </a:cubicBezTo>
                    <a:cubicBezTo>
                      <a:pt x="59" y="1107"/>
                      <a:pt x="116" y="1280"/>
                      <a:pt x="289" y="1452"/>
                    </a:cubicBezTo>
                    <a:cubicBezTo>
                      <a:pt x="462" y="1568"/>
                      <a:pt x="635" y="1625"/>
                      <a:pt x="865" y="1740"/>
                    </a:cubicBezTo>
                    <a:cubicBezTo>
                      <a:pt x="1038" y="1740"/>
                      <a:pt x="1038" y="1856"/>
                      <a:pt x="1038" y="1971"/>
                    </a:cubicBezTo>
                    <a:cubicBezTo>
                      <a:pt x="980" y="2028"/>
                      <a:pt x="923" y="2144"/>
                      <a:pt x="750" y="2144"/>
                    </a:cubicBezTo>
                    <a:cubicBezTo>
                      <a:pt x="577" y="2144"/>
                      <a:pt x="519" y="2144"/>
                      <a:pt x="404" y="2086"/>
                    </a:cubicBezTo>
                    <a:cubicBezTo>
                      <a:pt x="356" y="2062"/>
                      <a:pt x="299" y="2048"/>
                      <a:pt x="244" y="2048"/>
                    </a:cubicBezTo>
                    <a:cubicBezTo>
                      <a:pt x="166" y="2048"/>
                      <a:pt x="92" y="2076"/>
                      <a:pt x="59" y="2144"/>
                    </a:cubicBezTo>
                    <a:cubicBezTo>
                      <a:pt x="1" y="2259"/>
                      <a:pt x="1" y="2374"/>
                      <a:pt x="116" y="2489"/>
                    </a:cubicBezTo>
                    <a:cubicBezTo>
                      <a:pt x="289" y="2547"/>
                      <a:pt x="519" y="2605"/>
                      <a:pt x="519" y="2605"/>
                    </a:cubicBezTo>
                    <a:lnTo>
                      <a:pt x="519" y="2720"/>
                    </a:lnTo>
                    <a:cubicBezTo>
                      <a:pt x="519" y="2835"/>
                      <a:pt x="635" y="2950"/>
                      <a:pt x="750" y="2950"/>
                    </a:cubicBezTo>
                    <a:cubicBezTo>
                      <a:pt x="770" y="2960"/>
                      <a:pt x="791" y="2965"/>
                      <a:pt x="810" y="2965"/>
                    </a:cubicBezTo>
                    <a:cubicBezTo>
                      <a:pt x="902" y="2965"/>
                      <a:pt x="980" y="2862"/>
                      <a:pt x="980" y="2720"/>
                    </a:cubicBezTo>
                    <a:lnTo>
                      <a:pt x="980" y="2605"/>
                    </a:lnTo>
                    <a:cubicBezTo>
                      <a:pt x="1268" y="2489"/>
                      <a:pt x="1499" y="2259"/>
                      <a:pt x="1499" y="2028"/>
                    </a:cubicBezTo>
                    <a:cubicBezTo>
                      <a:pt x="1556" y="1683"/>
                      <a:pt x="1384" y="1395"/>
                      <a:pt x="1038" y="1280"/>
                    </a:cubicBezTo>
                    <a:cubicBezTo>
                      <a:pt x="865" y="1222"/>
                      <a:pt x="692" y="1107"/>
                      <a:pt x="577" y="1049"/>
                    </a:cubicBezTo>
                    <a:cubicBezTo>
                      <a:pt x="519" y="1049"/>
                      <a:pt x="519" y="991"/>
                      <a:pt x="519" y="934"/>
                    </a:cubicBezTo>
                    <a:cubicBezTo>
                      <a:pt x="548" y="847"/>
                      <a:pt x="635" y="819"/>
                      <a:pt x="728" y="819"/>
                    </a:cubicBezTo>
                    <a:cubicBezTo>
                      <a:pt x="822" y="819"/>
                      <a:pt x="923" y="847"/>
                      <a:pt x="980" y="876"/>
                    </a:cubicBezTo>
                    <a:cubicBezTo>
                      <a:pt x="980" y="876"/>
                      <a:pt x="1083" y="927"/>
                      <a:pt x="1185" y="927"/>
                    </a:cubicBezTo>
                    <a:cubicBezTo>
                      <a:pt x="1236" y="927"/>
                      <a:pt x="1288" y="915"/>
                      <a:pt x="1326" y="876"/>
                    </a:cubicBezTo>
                    <a:cubicBezTo>
                      <a:pt x="1499" y="703"/>
                      <a:pt x="1326" y="531"/>
                      <a:pt x="1326" y="531"/>
                    </a:cubicBezTo>
                    <a:cubicBezTo>
                      <a:pt x="1268" y="473"/>
                      <a:pt x="1153" y="415"/>
                      <a:pt x="980" y="358"/>
                    </a:cubicBezTo>
                    <a:lnTo>
                      <a:pt x="980" y="243"/>
                    </a:lnTo>
                    <a:cubicBezTo>
                      <a:pt x="980" y="127"/>
                      <a:pt x="923" y="70"/>
                      <a:pt x="807" y="12"/>
                    </a:cubicBezTo>
                    <a:cubicBezTo>
                      <a:pt x="784" y="4"/>
                      <a:pt x="760" y="1"/>
                      <a:pt x="73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13" name="Google Shape;1013;p55"/>
              <p:cNvSpPr/>
              <p:nvPr/>
            </p:nvSpPr>
            <p:spPr bwMode="auto">
              <a:xfrm>
                <a:off x="1479625" y="3227625"/>
                <a:ext cx="365850" cy="401850"/>
              </a:xfrm>
              <a:custGeom>
                <a:avLst/>
                <a:gdLst/>
                <a:ahLst/>
                <a:cxnLst/>
                <a:rect l="l" t="t" r="r" b="b"/>
                <a:pathLst>
                  <a:path w="14634" h="16074" fill="norm" stroke="1" extrusionOk="0">
                    <a:moveTo>
                      <a:pt x="5935" y="461"/>
                    </a:moveTo>
                    <a:cubicBezTo>
                      <a:pt x="5819" y="807"/>
                      <a:pt x="5531" y="1095"/>
                      <a:pt x="5186" y="1153"/>
                    </a:cubicBezTo>
                    <a:lnTo>
                      <a:pt x="5186" y="461"/>
                    </a:lnTo>
                    <a:close/>
                    <a:moveTo>
                      <a:pt x="9794" y="461"/>
                    </a:moveTo>
                    <a:lnTo>
                      <a:pt x="9794" y="1153"/>
                    </a:lnTo>
                    <a:cubicBezTo>
                      <a:pt x="9449" y="1095"/>
                      <a:pt x="9161" y="807"/>
                      <a:pt x="9045" y="461"/>
                    </a:cubicBezTo>
                    <a:close/>
                    <a:moveTo>
                      <a:pt x="7490" y="3457"/>
                    </a:moveTo>
                    <a:cubicBezTo>
                      <a:pt x="7663" y="3457"/>
                      <a:pt x="7836" y="3515"/>
                      <a:pt x="7951" y="3515"/>
                    </a:cubicBezTo>
                    <a:cubicBezTo>
                      <a:pt x="7548" y="3976"/>
                      <a:pt x="7317" y="4609"/>
                      <a:pt x="7317" y="5243"/>
                    </a:cubicBezTo>
                    <a:cubicBezTo>
                      <a:pt x="7317" y="5531"/>
                      <a:pt x="7375" y="5761"/>
                      <a:pt x="7432" y="6048"/>
                    </a:cubicBezTo>
                    <a:lnTo>
                      <a:pt x="7432" y="6048"/>
                    </a:lnTo>
                    <a:cubicBezTo>
                      <a:pt x="6712" y="6020"/>
                      <a:pt x="6165" y="5455"/>
                      <a:pt x="6165" y="4782"/>
                    </a:cubicBezTo>
                    <a:cubicBezTo>
                      <a:pt x="6165" y="4033"/>
                      <a:pt x="6799" y="3457"/>
                      <a:pt x="7490" y="3457"/>
                    </a:cubicBezTo>
                    <a:close/>
                    <a:moveTo>
                      <a:pt x="8585" y="461"/>
                    </a:moveTo>
                    <a:cubicBezTo>
                      <a:pt x="8700" y="1095"/>
                      <a:pt x="9161" y="1556"/>
                      <a:pt x="9794" y="1671"/>
                    </a:cubicBezTo>
                    <a:lnTo>
                      <a:pt x="9794" y="2535"/>
                    </a:lnTo>
                    <a:cubicBezTo>
                      <a:pt x="9218" y="2593"/>
                      <a:pt x="8700" y="2823"/>
                      <a:pt x="8297" y="3169"/>
                    </a:cubicBezTo>
                    <a:cubicBezTo>
                      <a:pt x="8066" y="3054"/>
                      <a:pt x="7778" y="2996"/>
                      <a:pt x="7490" y="2996"/>
                    </a:cubicBezTo>
                    <a:cubicBezTo>
                      <a:pt x="6511" y="2996"/>
                      <a:pt x="5704" y="3803"/>
                      <a:pt x="5704" y="4724"/>
                    </a:cubicBezTo>
                    <a:cubicBezTo>
                      <a:pt x="5704" y="5704"/>
                      <a:pt x="6511" y="6510"/>
                      <a:pt x="7490" y="6510"/>
                    </a:cubicBezTo>
                    <a:lnTo>
                      <a:pt x="7663" y="6510"/>
                    </a:lnTo>
                    <a:cubicBezTo>
                      <a:pt x="7720" y="6683"/>
                      <a:pt x="7836" y="6798"/>
                      <a:pt x="7951" y="6914"/>
                    </a:cubicBezTo>
                    <a:lnTo>
                      <a:pt x="5186" y="6914"/>
                    </a:lnTo>
                    <a:lnTo>
                      <a:pt x="5186" y="1671"/>
                    </a:lnTo>
                    <a:cubicBezTo>
                      <a:pt x="5819" y="1556"/>
                      <a:pt x="6280" y="1095"/>
                      <a:pt x="6395" y="461"/>
                    </a:cubicBezTo>
                    <a:close/>
                    <a:moveTo>
                      <a:pt x="10025" y="2996"/>
                    </a:moveTo>
                    <a:cubicBezTo>
                      <a:pt x="11292" y="2996"/>
                      <a:pt x="12272" y="4033"/>
                      <a:pt x="12272" y="5243"/>
                    </a:cubicBezTo>
                    <a:cubicBezTo>
                      <a:pt x="12272" y="5877"/>
                      <a:pt x="11984" y="6510"/>
                      <a:pt x="11465" y="6914"/>
                    </a:cubicBezTo>
                    <a:lnTo>
                      <a:pt x="8585" y="6914"/>
                    </a:lnTo>
                    <a:cubicBezTo>
                      <a:pt x="8354" y="6741"/>
                      <a:pt x="8181" y="6453"/>
                      <a:pt x="8009" y="6222"/>
                    </a:cubicBezTo>
                    <a:cubicBezTo>
                      <a:pt x="8009" y="6165"/>
                      <a:pt x="8009" y="6165"/>
                      <a:pt x="8009" y="6107"/>
                    </a:cubicBezTo>
                    <a:cubicBezTo>
                      <a:pt x="7893" y="5819"/>
                      <a:pt x="7836" y="5531"/>
                      <a:pt x="7836" y="5243"/>
                    </a:cubicBezTo>
                    <a:cubicBezTo>
                      <a:pt x="7836" y="4033"/>
                      <a:pt x="8815" y="2996"/>
                      <a:pt x="10025" y="2996"/>
                    </a:cubicBezTo>
                    <a:close/>
                    <a:moveTo>
                      <a:pt x="9622" y="7432"/>
                    </a:moveTo>
                    <a:lnTo>
                      <a:pt x="8412" y="9160"/>
                    </a:lnTo>
                    <a:lnTo>
                      <a:pt x="5013" y="9160"/>
                    </a:lnTo>
                    <a:cubicBezTo>
                      <a:pt x="4494" y="8584"/>
                      <a:pt x="3745" y="8296"/>
                      <a:pt x="2996" y="8296"/>
                    </a:cubicBezTo>
                    <a:lnTo>
                      <a:pt x="3630" y="7432"/>
                    </a:lnTo>
                    <a:close/>
                    <a:moveTo>
                      <a:pt x="12733" y="7432"/>
                    </a:moveTo>
                    <a:lnTo>
                      <a:pt x="13942" y="9160"/>
                    </a:lnTo>
                    <a:lnTo>
                      <a:pt x="11696" y="9160"/>
                    </a:lnTo>
                    <a:lnTo>
                      <a:pt x="10486" y="7432"/>
                    </a:lnTo>
                    <a:close/>
                    <a:moveTo>
                      <a:pt x="3745" y="14691"/>
                    </a:moveTo>
                    <a:lnTo>
                      <a:pt x="3745" y="15210"/>
                    </a:lnTo>
                    <a:cubicBezTo>
                      <a:pt x="3745" y="15440"/>
                      <a:pt x="3572" y="15613"/>
                      <a:pt x="3342" y="15613"/>
                    </a:cubicBezTo>
                    <a:lnTo>
                      <a:pt x="2651" y="15613"/>
                    </a:lnTo>
                    <a:cubicBezTo>
                      <a:pt x="2478" y="15613"/>
                      <a:pt x="2305" y="15440"/>
                      <a:pt x="2305" y="15210"/>
                    </a:cubicBezTo>
                    <a:lnTo>
                      <a:pt x="2305" y="14691"/>
                    </a:lnTo>
                    <a:close/>
                    <a:moveTo>
                      <a:pt x="9852" y="7893"/>
                    </a:moveTo>
                    <a:lnTo>
                      <a:pt x="9852" y="15613"/>
                    </a:lnTo>
                    <a:lnTo>
                      <a:pt x="4091" y="15613"/>
                    </a:lnTo>
                    <a:cubicBezTo>
                      <a:pt x="4149" y="15498"/>
                      <a:pt x="4206" y="15382"/>
                      <a:pt x="4206" y="15210"/>
                    </a:cubicBezTo>
                    <a:lnTo>
                      <a:pt x="4206" y="14633"/>
                    </a:lnTo>
                    <a:cubicBezTo>
                      <a:pt x="4379" y="14576"/>
                      <a:pt x="4494" y="14345"/>
                      <a:pt x="4494" y="14115"/>
                    </a:cubicBezTo>
                    <a:lnTo>
                      <a:pt x="4494" y="13827"/>
                    </a:lnTo>
                    <a:cubicBezTo>
                      <a:pt x="5416" y="13251"/>
                      <a:pt x="5935" y="12329"/>
                      <a:pt x="5935" y="11234"/>
                    </a:cubicBezTo>
                    <a:cubicBezTo>
                      <a:pt x="5935" y="10658"/>
                      <a:pt x="5762" y="10082"/>
                      <a:pt x="5416" y="9564"/>
                    </a:cubicBezTo>
                    <a:lnTo>
                      <a:pt x="8527" y="9564"/>
                    </a:lnTo>
                    <a:cubicBezTo>
                      <a:pt x="8642" y="9564"/>
                      <a:pt x="8700" y="9564"/>
                      <a:pt x="8757" y="9449"/>
                    </a:cubicBezTo>
                    <a:lnTo>
                      <a:pt x="9852" y="7893"/>
                    </a:lnTo>
                    <a:close/>
                    <a:moveTo>
                      <a:pt x="4955" y="0"/>
                    </a:moveTo>
                    <a:cubicBezTo>
                      <a:pt x="4840" y="0"/>
                      <a:pt x="4725" y="116"/>
                      <a:pt x="4725" y="231"/>
                    </a:cubicBezTo>
                    <a:lnTo>
                      <a:pt x="4725" y="6914"/>
                    </a:lnTo>
                    <a:lnTo>
                      <a:pt x="3515" y="6914"/>
                    </a:lnTo>
                    <a:cubicBezTo>
                      <a:pt x="3457" y="6914"/>
                      <a:pt x="3400" y="6971"/>
                      <a:pt x="3342" y="7029"/>
                    </a:cubicBezTo>
                    <a:lnTo>
                      <a:pt x="2420" y="8354"/>
                    </a:lnTo>
                    <a:cubicBezTo>
                      <a:pt x="2017" y="8412"/>
                      <a:pt x="1671" y="8584"/>
                      <a:pt x="1326" y="8815"/>
                    </a:cubicBezTo>
                    <a:cubicBezTo>
                      <a:pt x="1134" y="8958"/>
                      <a:pt x="1261" y="9260"/>
                      <a:pt x="1474" y="9260"/>
                    </a:cubicBezTo>
                    <a:cubicBezTo>
                      <a:pt x="1517" y="9260"/>
                      <a:pt x="1565" y="9248"/>
                      <a:pt x="1614" y="9218"/>
                    </a:cubicBezTo>
                    <a:cubicBezTo>
                      <a:pt x="1959" y="8930"/>
                      <a:pt x="2420" y="8757"/>
                      <a:pt x="2939" y="8757"/>
                    </a:cubicBezTo>
                    <a:cubicBezTo>
                      <a:pt x="3630" y="8757"/>
                      <a:pt x="4264" y="8988"/>
                      <a:pt x="4725" y="9506"/>
                    </a:cubicBezTo>
                    <a:cubicBezTo>
                      <a:pt x="5186" y="9967"/>
                      <a:pt x="5474" y="10601"/>
                      <a:pt x="5474" y="11292"/>
                    </a:cubicBezTo>
                    <a:cubicBezTo>
                      <a:pt x="5474" y="12214"/>
                      <a:pt x="4955" y="13020"/>
                      <a:pt x="4149" y="13481"/>
                    </a:cubicBezTo>
                    <a:cubicBezTo>
                      <a:pt x="4091" y="13539"/>
                      <a:pt x="4033" y="13596"/>
                      <a:pt x="4033" y="13654"/>
                    </a:cubicBezTo>
                    <a:lnTo>
                      <a:pt x="4033" y="14115"/>
                    </a:lnTo>
                    <a:cubicBezTo>
                      <a:pt x="4033" y="14173"/>
                      <a:pt x="3918" y="14230"/>
                      <a:pt x="3918" y="14230"/>
                    </a:cubicBezTo>
                    <a:lnTo>
                      <a:pt x="2017" y="14230"/>
                    </a:lnTo>
                    <a:cubicBezTo>
                      <a:pt x="1959" y="14230"/>
                      <a:pt x="1959" y="14230"/>
                      <a:pt x="1959" y="14173"/>
                    </a:cubicBezTo>
                    <a:lnTo>
                      <a:pt x="1959" y="13712"/>
                    </a:lnTo>
                    <a:cubicBezTo>
                      <a:pt x="1959" y="13596"/>
                      <a:pt x="1902" y="13539"/>
                      <a:pt x="1787" y="13481"/>
                    </a:cubicBezTo>
                    <a:cubicBezTo>
                      <a:pt x="980" y="13020"/>
                      <a:pt x="461" y="12214"/>
                      <a:pt x="519" y="11234"/>
                    </a:cubicBezTo>
                    <a:cubicBezTo>
                      <a:pt x="519" y="10831"/>
                      <a:pt x="634" y="10428"/>
                      <a:pt x="807" y="10082"/>
                    </a:cubicBezTo>
                    <a:cubicBezTo>
                      <a:pt x="924" y="9888"/>
                      <a:pt x="778" y="9719"/>
                      <a:pt x="617" y="9719"/>
                    </a:cubicBezTo>
                    <a:cubicBezTo>
                      <a:pt x="540" y="9719"/>
                      <a:pt x="460" y="9758"/>
                      <a:pt x="404" y="9852"/>
                    </a:cubicBezTo>
                    <a:cubicBezTo>
                      <a:pt x="173" y="10255"/>
                      <a:pt x="58" y="10774"/>
                      <a:pt x="58" y="11234"/>
                    </a:cubicBezTo>
                    <a:cubicBezTo>
                      <a:pt x="1" y="12329"/>
                      <a:pt x="577" y="13308"/>
                      <a:pt x="1498" y="13827"/>
                    </a:cubicBezTo>
                    <a:lnTo>
                      <a:pt x="1498" y="14115"/>
                    </a:lnTo>
                    <a:cubicBezTo>
                      <a:pt x="1498" y="14345"/>
                      <a:pt x="1614" y="14576"/>
                      <a:pt x="1844" y="14691"/>
                    </a:cubicBezTo>
                    <a:lnTo>
                      <a:pt x="1844" y="15210"/>
                    </a:lnTo>
                    <a:cubicBezTo>
                      <a:pt x="1844" y="15728"/>
                      <a:pt x="2190" y="16074"/>
                      <a:pt x="2708" y="16074"/>
                    </a:cubicBezTo>
                    <a:lnTo>
                      <a:pt x="12848" y="16074"/>
                    </a:lnTo>
                    <a:cubicBezTo>
                      <a:pt x="12963" y="16074"/>
                      <a:pt x="13078" y="15959"/>
                      <a:pt x="13078" y="15843"/>
                    </a:cubicBezTo>
                    <a:lnTo>
                      <a:pt x="13078" y="14576"/>
                    </a:lnTo>
                    <a:cubicBezTo>
                      <a:pt x="13078" y="14461"/>
                      <a:pt x="12963" y="14345"/>
                      <a:pt x="12848" y="14345"/>
                    </a:cubicBezTo>
                    <a:cubicBezTo>
                      <a:pt x="12733" y="14345"/>
                      <a:pt x="12617" y="14461"/>
                      <a:pt x="12617" y="14576"/>
                    </a:cubicBezTo>
                    <a:lnTo>
                      <a:pt x="12617" y="15613"/>
                    </a:lnTo>
                    <a:lnTo>
                      <a:pt x="10313" y="15613"/>
                    </a:lnTo>
                    <a:lnTo>
                      <a:pt x="10313" y="7893"/>
                    </a:lnTo>
                    <a:lnTo>
                      <a:pt x="11408" y="9449"/>
                    </a:lnTo>
                    <a:cubicBezTo>
                      <a:pt x="11465" y="9564"/>
                      <a:pt x="11523" y="9564"/>
                      <a:pt x="11580" y="9564"/>
                    </a:cubicBezTo>
                    <a:lnTo>
                      <a:pt x="12617" y="9564"/>
                    </a:lnTo>
                    <a:lnTo>
                      <a:pt x="12617" y="13193"/>
                    </a:lnTo>
                    <a:cubicBezTo>
                      <a:pt x="12617" y="13308"/>
                      <a:pt x="12675" y="13424"/>
                      <a:pt x="12790" y="13424"/>
                    </a:cubicBezTo>
                    <a:cubicBezTo>
                      <a:pt x="12963" y="13424"/>
                      <a:pt x="13078" y="13308"/>
                      <a:pt x="13078" y="13193"/>
                    </a:cubicBezTo>
                    <a:lnTo>
                      <a:pt x="13078" y="9564"/>
                    </a:lnTo>
                    <a:lnTo>
                      <a:pt x="14346" y="9564"/>
                    </a:lnTo>
                    <a:cubicBezTo>
                      <a:pt x="14403" y="9564"/>
                      <a:pt x="14461" y="9564"/>
                      <a:pt x="14519" y="9506"/>
                    </a:cubicBezTo>
                    <a:cubicBezTo>
                      <a:pt x="14634" y="9449"/>
                      <a:pt x="14634" y="9333"/>
                      <a:pt x="14576" y="9218"/>
                    </a:cubicBezTo>
                    <a:lnTo>
                      <a:pt x="13021" y="7029"/>
                    </a:lnTo>
                    <a:cubicBezTo>
                      <a:pt x="12963" y="6971"/>
                      <a:pt x="12905" y="6914"/>
                      <a:pt x="12848" y="6914"/>
                    </a:cubicBezTo>
                    <a:lnTo>
                      <a:pt x="12099" y="6914"/>
                    </a:lnTo>
                    <a:cubicBezTo>
                      <a:pt x="12502" y="6453"/>
                      <a:pt x="12733" y="5877"/>
                      <a:pt x="12733" y="5243"/>
                    </a:cubicBezTo>
                    <a:cubicBezTo>
                      <a:pt x="12733" y="3803"/>
                      <a:pt x="11638" y="2650"/>
                      <a:pt x="10255" y="2535"/>
                    </a:cubicBezTo>
                    <a:lnTo>
                      <a:pt x="10255" y="231"/>
                    </a:lnTo>
                    <a:cubicBezTo>
                      <a:pt x="10255" y="116"/>
                      <a:pt x="10140" y="0"/>
                      <a:pt x="100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14" name="Google Shape;1014;p55"/>
              <p:cNvSpPr/>
              <p:nvPr/>
            </p:nvSpPr>
            <p:spPr bwMode="auto">
              <a:xfrm>
                <a:off x="1517075" y="3475000"/>
                <a:ext cx="73475" cy="69000"/>
              </a:xfrm>
              <a:custGeom>
                <a:avLst/>
                <a:gdLst/>
                <a:ahLst/>
                <a:cxnLst/>
                <a:rect l="l" t="t" r="r" b="b"/>
                <a:pathLst>
                  <a:path w="2939" h="2760" fill="norm" stroke="1" extrusionOk="0">
                    <a:moveTo>
                      <a:pt x="1498" y="763"/>
                    </a:moveTo>
                    <a:lnTo>
                      <a:pt x="1671" y="1109"/>
                    </a:lnTo>
                    <a:cubicBezTo>
                      <a:pt x="1671" y="1167"/>
                      <a:pt x="1786" y="1224"/>
                      <a:pt x="1844" y="1224"/>
                    </a:cubicBezTo>
                    <a:lnTo>
                      <a:pt x="2190" y="1282"/>
                    </a:lnTo>
                    <a:lnTo>
                      <a:pt x="1959" y="1512"/>
                    </a:lnTo>
                    <a:cubicBezTo>
                      <a:pt x="1902" y="1570"/>
                      <a:pt x="1844" y="1628"/>
                      <a:pt x="1844" y="1743"/>
                    </a:cubicBezTo>
                    <a:lnTo>
                      <a:pt x="1902" y="2088"/>
                    </a:lnTo>
                    <a:lnTo>
                      <a:pt x="1614" y="1916"/>
                    </a:lnTo>
                    <a:cubicBezTo>
                      <a:pt x="1585" y="1887"/>
                      <a:pt x="1542" y="1872"/>
                      <a:pt x="1498" y="1872"/>
                    </a:cubicBezTo>
                    <a:cubicBezTo>
                      <a:pt x="1455" y="1872"/>
                      <a:pt x="1412" y="1887"/>
                      <a:pt x="1383" y="1916"/>
                    </a:cubicBezTo>
                    <a:lnTo>
                      <a:pt x="1095" y="2088"/>
                    </a:lnTo>
                    <a:lnTo>
                      <a:pt x="1153" y="1743"/>
                    </a:lnTo>
                    <a:cubicBezTo>
                      <a:pt x="1153" y="1628"/>
                      <a:pt x="1095" y="1570"/>
                      <a:pt x="1095" y="1512"/>
                    </a:cubicBezTo>
                    <a:lnTo>
                      <a:pt x="807" y="1282"/>
                    </a:lnTo>
                    <a:lnTo>
                      <a:pt x="1153" y="1224"/>
                    </a:lnTo>
                    <a:cubicBezTo>
                      <a:pt x="1268" y="1224"/>
                      <a:pt x="1326" y="1167"/>
                      <a:pt x="1326" y="1109"/>
                    </a:cubicBezTo>
                    <a:lnTo>
                      <a:pt x="1498" y="763"/>
                    </a:lnTo>
                    <a:close/>
                    <a:moveTo>
                      <a:pt x="1498" y="0"/>
                    </a:moveTo>
                    <a:cubicBezTo>
                      <a:pt x="1412" y="0"/>
                      <a:pt x="1326" y="43"/>
                      <a:pt x="1268" y="130"/>
                    </a:cubicBezTo>
                    <a:lnTo>
                      <a:pt x="980" y="763"/>
                    </a:lnTo>
                    <a:lnTo>
                      <a:pt x="231" y="879"/>
                    </a:lnTo>
                    <a:cubicBezTo>
                      <a:pt x="58" y="879"/>
                      <a:pt x="0" y="1167"/>
                      <a:pt x="116" y="1282"/>
                    </a:cubicBezTo>
                    <a:lnTo>
                      <a:pt x="634" y="1800"/>
                    </a:lnTo>
                    <a:lnTo>
                      <a:pt x="519" y="2492"/>
                    </a:lnTo>
                    <a:cubicBezTo>
                      <a:pt x="474" y="2626"/>
                      <a:pt x="603" y="2759"/>
                      <a:pt x="743" y="2759"/>
                    </a:cubicBezTo>
                    <a:cubicBezTo>
                      <a:pt x="784" y="2759"/>
                      <a:pt x="826" y="2748"/>
                      <a:pt x="865" y="2722"/>
                    </a:cubicBezTo>
                    <a:lnTo>
                      <a:pt x="1498" y="2376"/>
                    </a:lnTo>
                    <a:lnTo>
                      <a:pt x="2132" y="2722"/>
                    </a:lnTo>
                    <a:cubicBezTo>
                      <a:pt x="2171" y="2748"/>
                      <a:pt x="2210" y="2759"/>
                      <a:pt x="2246" y="2759"/>
                    </a:cubicBezTo>
                    <a:cubicBezTo>
                      <a:pt x="2371" y="2759"/>
                      <a:pt x="2465" y="2626"/>
                      <a:pt x="2420" y="2492"/>
                    </a:cubicBezTo>
                    <a:lnTo>
                      <a:pt x="2305" y="1800"/>
                    </a:lnTo>
                    <a:lnTo>
                      <a:pt x="2823" y="1282"/>
                    </a:lnTo>
                    <a:cubicBezTo>
                      <a:pt x="2881" y="1224"/>
                      <a:pt x="2939" y="1109"/>
                      <a:pt x="2881" y="1051"/>
                    </a:cubicBezTo>
                    <a:lnTo>
                      <a:pt x="2939" y="1051"/>
                    </a:lnTo>
                    <a:cubicBezTo>
                      <a:pt x="2881" y="936"/>
                      <a:pt x="2823" y="879"/>
                      <a:pt x="2708" y="879"/>
                    </a:cubicBezTo>
                    <a:lnTo>
                      <a:pt x="2017" y="763"/>
                    </a:lnTo>
                    <a:lnTo>
                      <a:pt x="1729" y="130"/>
                    </a:lnTo>
                    <a:cubicBezTo>
                      <a:pt x="1671" y="43"/>
                      <a:pt x="1585" y="0"/>
                      <a:pt x="149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163370826" name="Google Shape;1015;p55"/>
          <p:cNvGrpSpPr/>
          <p:nvPr/>
        </p:nvGrpSpPr>
        <p:grpSpPr bwMode="auto">
          <a:xfrm>
            <a:off x="-790866" y="1486121"/>
            <a:ext cx="3759000" cy="707460"/>
            <a:chOff x="-790866" y="1486121"/>
            <a:chExt cx="3759000" cy="707460"/>
          </a:xfrm>
        </p:grpSpPr>
        <p:sp>
          <p:nvSpPr>
            <p:cNvPr id="1016" name="Google Shape;1016;p55"/>
            <p:cNvSpPr/>
            <p:nvPr/>
          </p:nvSpPr>
          <p:spPr bwMode="auto">
            <a:xfrm rot="10800000">
              <a:off x="-790866" y="1486181"/>
              <a:ext cx="3759000" cy="707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17" name="Google Shape;1017;p55"/>
            <p:cNvSpPr/>
            <p:nvPr/>
          </p:nvSpPr>
          <p:spPr bwMode="auto">
            <a:xfrm rot="5400000">
              <a:off x="2260722" y="1486121"/>
              <a:ext cx="707400" cy="707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grpSp>
          <p:nvGrpSpPr>
            <p:cNvPr id="1018" name="Google Shape;1018;p55"/>
            <p:cNvGrpSpPr/>
            <p:nvPr/>
          </p:nvGrpSpPr>
          <p:grpSpPr bwMode="auto">
            <a:xfrm>
              <a:off x="2412050" y="1707313"/>
              <a:ext cx="404750" cy="265025"/>
              <a:chOff x="866075" y="3352925"/>
              <a:chExt cx="404750" cy="265025"/>
            </a:xfrm>
          </p:grpSpPr>
          <p:sp>
            <p:nvSpPr>
              <p:cNvPr id="1019" name="Google Shape;1019;p55"/>
              <p:cNvSpPr/>
              <p:nvPr/>
            </p:nvSpPr>
            <p:spPr bwMode="auto">
              <a:xfrm>
                <a:off x="866075" y="3352925"/>
                <a:ext cx="404750" cy="265025"/>
              </a:xfrm>
              <a:custGeom>
                <a:avLst/>
                <a:gdLst/>
                <a:ahLst/>
                <a:cxnLst/>
                <a:rect l="l" t="t" r="r" b="b"/>
                <a:pathLst>
                  <a:path w="16190" h="10601" fill="norm" stroke="1" extrusionOk="0">
                    <a:moveTo>
                      <a:pt x="5819" y="2708"/>
                    </a:moveTo>
                    <a:cubicBezTo>
                      <a:pt x="5531" y="2881"/>
                      <a:pt x="5301" y="3054"/>
                      <a:pt x="5070" y="3342"/>
                    </a:cubicBezTo>
                    <a:cubicBezTo>
                      <a:pt x="5070" y="3284"/>
                      <a:pt x="5012" y="3284"/>
                      <a:pt x="4955" y="3284"/>
                    </a:cubicBezTo>
                    <a:cubicBezTo>
                      <a:pt x="4667" y="3284"/>
                      <a:pt x="4436" y="3400"/>
                      <a:pt x="4206" y="3630"/>
                    </a:cubicBezTo>
                    <a:lnTo>
                      <a:pt x="2535" y="5301"/>
                    </a:lnTo>
                    <a:cubicBezTo>
                      <a:pt x="2420" y="5416"/>
                      <a:pt x="2247" y="5474"/>
                      <a:pt x="2074" y="5474"/>
                    </a:cubicBezTo>
                    <a:cubicBezTo>
                      <a:pt x="1902" y="5474"/>
                      <a:pt x="1729" y="5358"/>
                      <a:pt x="1613" y="5243"/>
                    </a:cubicBezTo>
                    <a:cubicBezTo>
                      <a:pt x="1729" y="5185"/>
                      <a:pt x="1844" y="5128"/>
                      <a:pt x="1902" y="5070"/>
                    </a:cubicBezTo>
                    <a:lnTo>
                      <a:pt x="3975" y="2996"/>
                    </a:lnTo>
                    <a:cubicBezTo>
                      <a:pt x="4148" y="2823"/>
                      <a:pt x="4436" y="2708"/>
                      <a:pt x="4724" y="2708"/>
                    </a:cubicBezTo>
                    <a:close/>
                    <a:moveTo>
                      <a:pt x="7547" y="4437"/>
                    </a:moveTo>
                    <a:cubicBezTo>
                      <a:pt x="8123" y="4437"/>
                      <a:pt x="8584" y="4897"/>
                      <a:pt x="8584" y="5474"/>
                    </a:cubicBezTo>
                    <a:cubicBezTo>
                      <a:pt x="8584" y="5819"/>
                      <a:pt x="8412" y="6165"/>
                      <a:pt x="8123" y="6338"/>
                    </a:cubicBezTo>
                    <a:cubicBezTo>
                      <a:pt x="7835" y="5819"/>
                      <a:pt x="7375" y="5358"/>
                      <a:pt x="6798" y="5128"/>
                    </a:cubicBezTo>
                    <a:cubicBezTo>
                      <a:pt x="6741" y="5128"/>
                      <a:pt x="6683" y="5070"/>
                      <a:pt x="6568" y="5070"/>
                    </a:cubicBezTo>
                    <a:cubicBezTo>
                      <a:pt x="6741" y="4667"/>
                      <a:pt x="7144" y="4437"/>
                      <a:pt x="7547" y="4437"/>
                    </a:cubicBezTo>
                    <a:close/>
                    <a:moveTo>
                      <a:pt x="12099" y="1038"/>
                    </a:moveTo>
                    <a:lnTo>
                      <a:pt x="12099" y="4782"/>
                    </a:lnTo>
                    <a:lnTo>
                      <a:pt x="11926" y="4782"/>
                    </a:lnTo>
                    <a:cubicBezTo>
                      <a:pt x="11234" y="4782"/>
                      <a:pt x="10716" y="5128"/>
                      <a:pt x="10486" y="5819"/>
                    </a:cubicBezTo>
                    <a:cubicBezTo>
                      <a:pt x="9852" y="7317"/>
                      <a:pt x="9160" y="8296"/>
                      <a:pt x="7547" y="8296"/>
                    </a:cubicBezTo>
                    <a:cubicBezTo>
                      <a:pt x="7202" y="8296"/>
                      <a:pt x="6856" y="8239"/>
                      <a:pt x="6510" y="8124"/>
                    </a:cubicBezTo>
                    <a:cubicBezTo>
                      <a:pt x="5840" y="7866"/>
                      <a:pt x="6139" y="6870"/>
                      <a:pt x="6746" y="6870"/>
                    </a:cubicBezTo>
                    <a:cubicBezTo>
                      <a:pt x="6817" y="6870"/>
                      <a:pt x="6893" y="6884"/>
                      <a:pt x="6971" y="6914"/>
                    </a:cubicBezTo>
                    <a:cubicBezTo>
                      <a:pt x="7202" y="6971"/>
                      <a:pt x="7375" y="6971"/>
                      <a:pt x="7605" y="6971"/>
                    </a:cubicBezTo>
                    <a:cubicBezTo>
                      <a:pt x="8412" y="6914"/>
                      <a:pt x="9045" y="6280"/>
                      <a:pt x="9045" y="5474"/>
                    </a:cubicBezTo>
                    <a:cubicBezTo>
                      <a:pt x="9045" y="4667"/>
                      <a:pt x="8354" y="3976"/>
                      <a:pt x="7490" y="3976"/>
                    </a:cubicBezTo>
                    <a:cubicBezTo>
                      <a:pt x="6914" y="3976"/>
                      <a:pt x="6338" y="4321"/>
                      <a:pt x="6107" y="4897"/>
                    </a:cubicBezTo>
                    <a:cubicBezTo>
                      <a:pt x="5934" y="4869"/>
                      <a:pt x="5747" y="4854"/>
                      <a:pt x="5560" y="4854"/>
                    </a:cubicBezTo>
                    <a:cubicBezTo>
                      <a:pt x="5373" y="4854"/>
                      <a:pt x="5185" y="4869"/>
                      <a:pt x="5012" y="4897"/>
                    </a:cubicBezTo>
                    <a:cubicBezTo>
                      <a:pt x="4897" y="4897"/>
                      <a:pt x="4840" y="4955"/>
                      <a:pt x="4724" y="4955"/>
                    </a:cubicBezTo>
                    <a:cubicBezTo>
                      <a:pt x="4955" y="3630"/>
                      <a:pt x="6107" y="2651"/>
                      <a:pt x="7490" y="2651"/>
                    </a:cubicBezTo>
                    <a:cubicBezTo>
                      <a:pt x="7893" y="2651"/>
                      <a:pt x="7835" y="2190"/>
                      <a:pt x="7490" y="2190"/>
                    </a:cubicBezTo>
                    <a:lnTo>
                      <a:pt x="4724" y="2190"/>
                    </a:lnTo>
                    <a:cubicBezTo>
                      <a:pt x="4321" y="2190"/>
                      <a:pt x="3918" y="2305"/>
                      <a:pt x="3630" y="2593"/>
                    </a:cubicBezTo>
                    <a:lnTo>
                      <a:pt x="1556" y="4609"/>
                    </a:lnTo>
                    <a:cubicBezTo>
                      <a:pt x="1441" y="4725"/>
                      <a:pt x="1325" y="4782"/>
                      <a:pt x="1153" y="4782"/>
                    </a:cubicBezTo>
                    <a:cubicBezTo>
                      <a:pt x="980" y="4782"/>
                      <a:pt x="807" y="4725"/>
                      <a:pt x="749" y="4609"/>
                    </a:cubicBezTo>
                    <a:cubicBezTo>
                      <a:pt x="519" y="4379"/>
                      <a:pt x="519" y="4033"/>
                      <a:pt x="749" y="3803"/>
                    </a:cubicBezTo>
                    <a:lnTo>
                      <a:pt x="2939" y="1671"/>
                    </a:lnTo>
                    <a:cubicBezTo>
                      <a:pt x="3342" y="1268"/>
                      <a:pt x="3918" y="1038"/>
                      <a:pt x="4552" y="1038"/>
                    </a:cubicBezTo>
                    <a:close/>
                    <a:moveTo>
                      <a:pt x="12387" y="1"/>
                    </a:moveTo>
                    <a:cubicBezTo>
                      <a:pt x="12214" y="1"/>
                      <a:pt x="12099" y="116"/>
                      <a:pt x="12099" y="231"/>
                    </a:cubicBezTo>
                    <a:lnTo>
                      <a:pt x="12099" y="577"/>
                    </a:lnTo>
                    <a:lnTo>
                      <a:pt x="4552" y="577"/>
                    </a:lnTo>
                    <a:cubicBezTo>
                      <a:pt x="3803" y="577"/>
                      <a:pt x="3111" y="807"/>
                      <a:pt x="2593" y="1326"/>
                    </a:cubicBezTo>
                    <a:lnTo>
                      <a:pt x="404" y="3515"/>
                    </a:lnTo>
                    <a:cubicBezTo>
                      <a:pt x="0" y="3918"/>
                      <a:pt x="0" y="4609"/>
                      <a:pt x="404" y="5013"/>
                    </a:cubicBezTo>
                    <a:cubicBezTo>
                      <a:pt x="576" y="5185"/>
                      <a:pt x="865" y="5301"/>
                      <a:pt x="1153" y="5301"/>
                    </a:cubicBezTo>
                    <a:cubicBezTo>
                      <a:pt x="1210" y="5301"/>
                      <a:pt x="1325" y="5531"/>
                      <a:pt x="1325" y="5531"/>
                    </a:cubicBezTo>
                    <a:cubicBezTo>
                      <a:pt x="1556" y="5762"/>
                      <a:pt x="1786" y="5877"/>
                      <a:pt x="2074" y="5877"/>
                    </a:cubicBezTo>
                    <a:cubicBezTo>
                      <a:pt x="2362" y="5877"/>
                      <a:pt x="2650" y="5762"/>
                      <a:pt x="2881" y="5589"/>
                    </a:cubicBezTo>
                    <a:lnTo>
                      <a:pt x="4552" y="3918"/>
                    </a:lnTo>
                    <a:cubicBezTo>
                      <a:pt x="4609" y="3860"/>
                      <a:pt x="4667" y="3803"/>
                      <a:pt x="4724" y="3803"/>
                    </a:cubicBezTo>
                    <a:cubicBezTo>
                      <a:pt x="4436" y="4206"/>
                      <a:pt x="4321" y="4667"/>
                      <a:pt x="4264" y="5185"/>
                    </a:cubicBezTo>
                    <a:cubicBezTo>
                      <a:pt x="3515" y="5531"/>
                      <a:pt x="2996" y="6222"/>
                      <a:pt x="2766" y="7029"/>
                    </a:cubicBezTo>
                    <a:cubicBezTo>
                      <a:pt x="2650" y="7605"/>
                      <a:pt x="2708" y="8181"/>
                      <a:pt x="2881" y="8700"/>
                    </a:cubicBezTo>
                    <a:cubicBezTo>
                      <a:pt x="2924" y="8807"/>
                      <a:pt x="3015" y="8851"/>
                      <a:pt x="3107" y="8851"/>
                    </a:cubicBezTo>
                    <a:cubicBezTo>
                      <a:pt x="3260" y="8851"/>
                      <a:pt x="3414" y="8729"/>
                      <a:pt x="3342" y="8584"/>
                    </a:cubicBezTo>
                    <a:cubicBezTo>
                      <a:pt x="3169" y="8124"/>
                      <a:pt x="3111" y="7605"/>
                      <a:pt x="3227" y="7144"/>
                    </a:cubicBezTo>
                    <a:cubicBezTo>
                      <a:pt x="3457" y="6222"/>
                      <a:pt x="4206" y="5531"/>
                      <a:pt x="5128" y="5358"/>
                    </a:cubicBezTo>
                    <a:cubicBezTo>
                      <a:pt x="5277" y="5332"/>
                      <a:pt x="5427" y="5319"/>
                      <a:pt x="5577" y="5319"/>
                    </a:cubicBezTo>
                    <a:cubicBezTo>
                      <a:pt x="6411" y="5319"/>
                      <a:pt x="7223" y="5720"/>
                      <a:pt x="7663" y="6453"/>
                    </a:cubicBezTo>
                    <a:cubicBezTo>
                      <a:pt x="7612" y="6470"/>
                      <a:pt x="7561" y="6477"/>
                      <a:pt x="7511" y="6477"/>
                    </a:cubicBezTo>
                    <a:cubicBezTo>
                      <a:pt x="7389" y="6477"/>
                      <a:pt x="7266" y="6436"/>
                      <a:pt x="7144" y="6395"/>
                    </a:cubicBezTo>
                    <a:cubicBezTo>
                      <a:pt x="7040" y="6366"/>
                      <a:pt x="6932" y="6351"/>
                      <a:pt x="6824" y="6351"/>
                    </a:cubicBezTo>
                    <a:cubicBezTo>
                      <a:pt x="6514" y="6351"/>
                      <a:pt x="6206" y="6470"/>
                      <a:pt x="5992" y="6683"/>
                    </a:cubicBezTo>
                    <a:cubicBezTo>
                      <a:pt x="5416" y="7202"/>
                      <a:pt x="5646" y="8239"/>
                      <a:pt x="6395" y="8527"/>
                    </a:cubicBezTo>
                    <a:cubicBezTo>
                      <a:pt x="6741" y="8656"/>
                      <a:pt x="7086" y="8721"/>
                      <a:pt x="7432" y="8721"/>
                    </a:cubicBezTo>
                    <a:cubicBezTo>
                      <a:pt x="7547" y="8721"/>
                      <a:pt x="7663" y="8714"/>
                      <a:pt x="7778" y="8700"/>
                    </a:cubicBezTo>
                    <a:lnTo>
                      <a:pt x="7778" y="8700"/>
                    </a:lnTo>
                    <a:cubicBezTo>
                      <a:pt x="7432" y="9449"/>
                      <a:pt x="6798" y="9967"/>
                      <a:pt x="5992" y="10082"/>
                    </a:cubicBezTo>
                    <a:cubicBezTo>
                      <a:pt x="5862" y="10106"/>
                      <a:pt x="5731" y="10117"/>
                      <a:pt x="5598" y="10117"/>
                    </a:cubicBezTo>
                    <a:cubicBezTo>
                      <a:pt x="5081" y="10117"/>
                      <a:pt x="4549" y="9942"/>
                      <a:pt x="4091" y="9621"/>
                    </a:cubicBezTo>
                    <a:cubicBezTo>
                      <a:pt x="4042" y="9572"/>
                      <a:pt x="3990" y="9552"/>
                      <a:pt x="3941" y="9552"/>
                    </a:cubicBezTo>
                    <a:cubicBezTo>
                      <a:pt x="3761" y="9552"/>
                      <a:pt x="3621" y="9831"/>
                      <a:pt x="3803" y="9967"/>
                    </a:cubicBezTo>
                    <a:cubicBezTo>
                      <a:pt x="4379" y="10370"/>
                      <a:pt x="5012" y="10601"/>
                      <a:pt x="5589" y="10601"/>
                    </a:cubicBezTo>
                    <a:cubicBezTo>
                      <a:pt x="5761" y="10601"/>
                      <a:pt x="5934" y="10543"/>
                      <a:pt x="6049" y="10543"/>
                    </a:cubicBezTo>
                    <a:cubicBezTo>
                      <a:pt x="6626" y="10428"/>
                      <a:pt x="7086" y="10198"/>
                      <a:pt x="7490" y="9852"/>
                    </a:cubicBezTo>
                    <a:cubicBezTo>
                      <a:pt x="7893" y="9506"/>
                      <a:pt x="8181" y="9103"/>
                      <a:pt x="8296" y="8642"/>
                    </a:cubicBezTo>
                    <a:cubicBezTo>
                      <a:pt x="8872" y="8527"/>
                      <a:pt x="9333" y="8296"/>
                      <a:pt x="9737" y="7893"/>
                    </a:cubicBezTo>
                    <a:cubicBezTo>
                      <a:pt x="10313" y="7317"/>
                      <a:pt x="10658" y="6568"/>
                      <a:pt x="10889" y="5934"/>
                    </a:cubicBezTo>
                    <a:cubicBezTo>
                      <a:pt x="11119" y="5474"/>
                      <a:pt x="11407" y="5243"/>
                      <a:pt x="11926" y="5243"/>
                    </a:cubicBezTo>
                    <a:lnTo>
                      <a:pt x="12099" y="5243"/>
                    </a:lnTo>
                    <a:lnTo>
                      <a:pt x="12099" y="5531"/>
                    </a:lnTo>
                    <a:cubicBezTo>
                      <a:pt x="12099" y="5646"/>
                      <a:pt x="12214" y="5762"/>
                      <a:pt x="12329" y="5762"/>
                    </a:cubicBezTo>
                    <a:lnTo>
                      <a:pt x="15959" y="5762"/>
                    </a:lnTo>
                    <a:cubicBezTo>
                      <a:pt x="16074" y="5762"/>
                      <a:pt x="16189" y="5646"/>
                      <a:pt x="16189" y="5531"/>
                    </a:cubicBezTo>
                    <a:lnTo>
                      <a:pt x="16189" y="2247"/>
                    </a:lnTo>
                    <a:cubicBezTo>
                      <a:pt x="16189" y="2132"/>
                      <a:pt x="16074" y="2017"/>
                      <a:pt x="15959" y="2017"/>
                    </a:cubicBezTo>
                    <a:cubicBezTo>
                      <a:pt x="15843" y="2017"/>
                      <a:pt x="15671" y="2074"/>
                      <a:pt x="15671" y="2247"/>
                    </a:cubicBezTo>
                    <a:lnTo>
                      <a:pt x="15671" y="5301"/>
                    </a:lnTo>
                    <a:lnTo>
                      <a:pt x="12560" y="5301"/>
                    </a:lnTo>
                    <a:lnTo>
                      <a:pt x="12560" y="461"/>
                    </a:lnTo>
                    <a:lnTo>
                      <a:pt x="15671" y="461"/>
                    </a:lnTo>
                    <a:lnTo>
                      <a:pt x="15671" y="980"/>
                    </a:lnTo>
                    <a:cubicBezTo>
                      <a:pt x="15671" y="1153"/>
                      <a:pt x="15786" y="1210"/>
                      <a:pt x="15959" y="1210"/>
                    </a:cubicBezTo>
                    <a:lnTo>
                      <a:pt x="15959" y="1268"/>
                    </a:lnTo>
                    <a:cubicBezTo>
                      <a:pt x="16074" y="1268"/>
                      <a:pt x="16189" y="1153"/>
                      <a:pt x="16189" y="1038"/>
                    </a:cubicBezTo>
                    <a:lnTo>
                      <a:pt x="16189" y="231"/>
                    </a:lnTo>
                    <a:cubicBezTo>
                      <a:pt x="16189" y="116"/>
                      <a:pt x="16074" y="1"/>
                      <a:pt x="159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  <p:sp>
            <p:nvSpPr>
              <p:cNvPr id="1020" name="Google Shape;1020;p55"/>
              <p:cNvSpPr/>
              <p:nvPr/>
            </p:nvSpPr>
            <p:spPr bwMode="auto">
              <a:xfrm>
                <a:off x="1200224" y="3375975"/>
                <a:ext cx="38900" cy="40350"/>
              </a:xfrm>
              <a:custGeom>
                <a:avLst/>
                <a:gdLst/>
                <a:ahLst/>
                <a:cxnLst/>
                <a:rect l="l" t="t" r="r" b="b"/>
                <a:pathLst>
                  <a:path w="1556" h="1614" fill="norm" stroke="1" extrusionOk="0">
                    <a:moveTo>
                      <a:pt x="807" y="461"/>
                    </a:moveTo>
                    <a:cubicBezTo>
                      <a:pt x="979" y="461"/>
                      <a:pt x="1095" y="634"/>
                      <a:pt x="1095" y="807"/>
                    </a:cubicBezTo>
                    <a:cubicBezTo>
                      <a:pt x="1095" y="980"/>
                      <a:pt x="979" y="1095"/>
                      <a:pt x="807" y="1095"/>
                    </a:cubicBezTo>
                    <a:cubicBezTo>
                      <a:pt x="634" y="1095"/>
                      <a:pt x="461" y="980"/>
                      <a:pt x="461" y="807"/>
                    </a:cubicBezTo>
                    <a:cubicBezTo>
                      <a:pt x="461" y="634"/>
                      <a:pt x="634" y="461"/>
                      <a:pt x="807" y="461"/>
                    </a:cubicBezTo>
                    <a:close/>
                    <a:moveTo>
                      <a:pt x="807" y="0"/>
                    </a:moveTo>
                    <a:cubicBezTo>
                      <a:pt x="346" y="0"/>
                      <a:pt x="0" y="346"/>
                      <a:pt x="0" y="807"/>
                    </a:cubicBezTo>
                    <a:cubicBezTo>
                      <a:pt x="0" y="1210"/>
                      <a:pt x="346" y="1613"/>
                      <a:pt x="807" y="1613"/>
                    </a:cubicBezTo>
                    <a:cubicBezTo>
                      <a:pt x="1210" y="1613"/>
                      <a:pt x="1556" y="1210"/>
                      <a:pt x="1556" y="807"/>
                    </a:cubicBezTo>
                    <a:cubicBezTo>
                      <a:pt x="1556" y="346"/>
                      <a:pt x="1210" y="0"/>
                      <a:pt x="8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/>
              </a:p>
            </p:txBody>
          </p:sp>
        </p:grpSp>
      </p:grpSp>
      <p:grpSp>
        <p:nvGrpSpPr>
          <p:cNvPr id="1672430434" name="Google Shape;1021;p55"/>
          <p:cNvGrpSpPr/>
          <p:nvPr/>
        </p:nvGrpSpPr>
        <p:grpSpPr bwMode="auto">
          <a:xfrm>
            <a:off x="7728315" y="150024"/>
            <a:ext cx="1590595" cy="875375"/>
            <a:chOff x="6456464" y="3575600"/>
            <a:chExt cx="1004100" cy="552601"/>
          </a:xfrm>
        </p:grpSpPr>
        <p:sp>
          <p:nvSpPr>
            <p:cNvPr id="1022" name="Google Shape;1022;p55"/>
            <p:cNvSpPr/>
            <p:nvPr/>
          </p:nvSpPr>
          <p:spPr bwMode="auto">
            <a:xfrm>
              <a:off x="6456464" y="3575601"/>
              <a:ext cx="1004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23" name="Google Shape;1023;p55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433326850" name="Google Shape;1024;p55"/>
          <p:cNvGrpSpPr/>
          <p:nvPr/>
        </p:nvGrpSpPr>
        <p:grpSpPr bwMode="auto">
          <a:xfrm>
            <a:off x="8182865" y="1025388"/>
            <a:ext cx="1249832" cy="707506"/>
            <a:chOff x="6456475" y="3575600"/>
            <a:chExt cx="976202" cy="552609"/>
          </a:xfrm>
        </p:grpSpPr>
        <p:sp>
          <p:nvSpPr>
            <p:cNvPr id="1025" name="Google Shape;1025;p55"/>
            <p:cNvSpPr/>
            <p:nvPr/>
          </p:nvSpPr>
          <p:spPr bwMode="auto">
            <a:xfrm>
              <a:off x="6456477" y="3575609"/>
              <a:ext cx="976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26" name="Google Shape;1026;p55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330470" name="Google Shape;390;p37"/>
          <p:cNvSpPr txBox="1"/>
          <p:nvPr>
            <p:ph type="title"/>
          </p:nvPr>
        </p:nvSpPr>
        <p:spPr bwMode="auto">
          <a:xfrm flipH="0" flipV="0">
            <a:off x="3841146" y="1620821"/>
            <a:ext cx="4327349" cy="1599895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/>
              <a:t>U</a:t>
            </a:r>
            <a:r>
              <a:rPr lang="fr-FR" sz="4800"/>
              <a:t>tilisateurs ciblé</a:t>
            </a:r>
            <a:endParaRPr lang="fr-FR" sz="4800"/>
          </a:p>
        </p:txBody>
      </p:sp>
      <p:sp>
        <p:nvSpPr>
          <p:cNvPr id="877271797" name="Google Shape;391;p37"/>
          <p:cNvSpPr txBox="1"/>
          <p:nvPr>
            <p:ph type="subTitle" idx="1"/>
          </p:nvPr>
        </p:nvSpPr>
        <p:spPr bwMode="auto">
          <a:xfrm flipH="0" flipV="0">
            <a:off x="3893697" y="3220720"/>
            <a:ext cx="4442400" cy="640566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Type d’utilisateurs </a:t>
            </a: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c</a:t>
            </a: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iblé </a:t>
            </a:r>
            <a:endParaRPr lang="fr-FR"/>
          </a:p>
        </p:txBody>
      </p:sp>
      <p:grpSp>
        <p:nvGrpSpPr>
          <p:cNvPr id="604626571" name="Google Shape;392;p37"/>
          <p:cNvGrpSpPr/>
          <p:nvPr/>
        </p:nvGrpSpPr>
        <p:grpSpPr bwMode="auto">
          <a:xfrm flipH="1">
            <a:off x="-5202409" y="1648701"/>
            <a:ext cx="8892666" cy="1427042"/>
            <a:chOff x="6456465" y="3575593"/>
            <a:chExt cx="3443697" cy="552601"/>
          </a:xfrm>
        </p:grpSpPr>
        <p:sp>
          <p:nvSpPr>
            <p:cNvPr id="779015972" name="Google Shape;393;p37"/>
            <p:cNvSpPr/>
            <p:nvPr/>
          </p:nvSpPr>
          <p:spPr bwMode="auto">
            <a:xfrm>
              <a:off x="6456465" y="3575593"/>
              <a:ext cx="34436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195120147" name="Google Shape;394;p37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2501689" name="Google Shape;395;p37"/>
          <p:cNvSpPr txBox="1"/>
          <p:nvPr>
            <p:ph type="title" idx="2"/>
          </p:nvPr>
        </p:nvSpPr>
        <p:spPr bwMode="auto">
          <a:xfrm>
            <a:off x="2268999" y="1941322"/>
            <a:ext cx="1421100" cy="841797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</a:t>
            </a:r>
            <a:r>
              <a:rPr lang="fr-FR"/>
              <a:t>3</a:t>
            </a:r>
            <a:endParaRPr lang="fr-FR"/>
          </a:p>
        </p:txBody>
      </p:sp>
      <p:grpSp>
        <p:nvGrpSpPr>
          <p:cNvPr id="1779377172" name="Google Shape;396;p37"/>
          <p:cNvGrpSpPr/>
          <p:nvPr/>
        </p:nvGrpSpPr>
        <p:grpSpPr bwMode="auto">
          <a:xfrm rot="10799922">
            <a:off x="-1778499" y="941194"/>
            <a:ext cx="4357119" cy="707493"/>
            <a:chOff x="6456474" y="3575597"/>
            <a:chExt cx="3403201" cy="552600"/>
          </a:xfrm>
        </p:grpSpPr>
        <p:sp>
          <p:nvSpPr>
            <p:cNvPr id="2110577656" name="Google Shape;397;p37"/>
            <p:cNvSpPr/>
            <p:nvPr/>
          </p:nvSpPr>
          <p:spPr bwMode="auto">
            <a:xfrm>
              <a:off x="6456476" y="3575601"/>
              <a:ext cx="3403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86120356" name="Google Shape;398;p37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439551357" name="Google Shape;399;p37"/>
          <p:cNvGrpSpPr/>
          <p:nvPr/>
        </p:nvGrpSpPr>
        <p:grpSpPr bwMode="auto">
          <a:xfrm rot="10799922">
            <a:off x="-2248902" y="233697"/>
            <a:ext cx="3759086" cy="707491"/>
            <a:chOff x="6456474" y="3575597"/>
            <a:chExt cx="2936097" cy="552600"/>
          </a:xfrm>
        </p:grpSpPr>
        <p:sp>
          <p:nvSpPr>
            <p:cNvPr id="552747752" name="Google Shape;400;p37"/>
            <p:cNvSpPr/>
            <p:nvPr/>
          </p:nvSpPr>
          <p:spPr bwMode="auto">
            <a:xfrm>
              <a:off x="6456474" y="3575597"/>
              <a:ext cx="2936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56925218" name="Google Shape;401;p37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697511" name="Google Shape;1155;p58"/>
          <p:cNvSpPr/>
          <p:nvPr/>
        </p:nvSpPr>
        <p:spPr bwMode="auto">
          <a:xfrm rot="5399976" flipH="0" flipV="0">
            <a:off x="1595692" y="1259353"/>
            <a:ext cx="1256757" cy="220381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464886955" name="Google Shape;1155;p58"/>
          <p:cNvSpPr/>
          <p:nvPr/>
        </p:nvSpPr>
        <p:spPr bwMode="auto">
          <a:xfrm flipH="0" flipV="0">
            <a:off x="1122165" y="1212272"/>
            <a:ext cx="6606164" cy="52060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6402500" name="Google Shape;1154;p58"/>
          <p:cNvSpPr/>
          <p:nvPr/>
        </p:nvSpPr>
        <p:spPr bwMode="auto">
          <a:xfrm rot="16199969" flipH="0" flipV="0">
            <a:off x="-2154260" y="-962742"/>
            <a:ext cx="1777375" cy="2198866"/>
          </a:xfrm>
          <a:prstGeom prst="round2SameRect">
            <a:avLst>
              <a:gd name="adj1" fmla="val 7691"/>
              <a:gd name="adj2" fmla="val 196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2093872073" name="Google Shape;1154;p58"/>
          <p:cNvSpPr/>
          <p:nvPr/>
        </p:nvSpPr>
        <p:spPr bwMode="auto">
          <a:xfrm rot="10799952" flipH="0" flipV="1">
            <a:off x="-2366423" y="-751983"/>
            <a:ext cx="6606165" cy="51135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1407452535" name=""/>
          <p:cNvSpPr txBox="1"/>
          <p:nvPr/>
        </p:nvSpPr>
        <p:spPr bwMode="auto">
          <a:xfrm flipH="0" flipV="0">
            <a:off x="1497813" y="436699"/>
            <a:ext cx="640615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000">
                <a:solidFill>
                  <a:schemeClr val="bg2"/>
                </a:solidFill>
                <a:latin typeface="Montserrat"/>
                <a:ea typeface="Montserrat"/>
                <a:cs typeface="Montserrat"/>
              </a:rPr>
              <a:t>Deux type d’utilisateurs cibles</a:t>
            </a:r>
            <a:endParaRPr lang="fr-FR" sz="2000">
              <a:solidFill>
                <a:schemeClr val="bg2"/>
              </a:solidFill>
              <a:latin typeface="Montserrat"/>
              <a:cs typeface="Montserrat"/>
            </a:endParaRPr>
          </a:p>
        </p:txBody>
      </p:sp>
      <p:sp>
        <p:nvSpPr>
          <p:cNvPr id="1871989038" name=""/>
          <p:cNvSpPr txBox="1"/>
          <p:nvPr/>
        </p:nvSpPr>
        <p:spPr bwMode="auto">
          <a:xfrm flipH="0" flipV="0">
            <a:off x="-4327499" y="1904999"/>
            <a:ext cx="3771630" cy="1158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Les travaille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urs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endParaRPr lang="fr-FR" b="1"/>
          </a:p>
          <a:p>
            <a:pPr>
              <a:defRPr/>
            </a:pPr>
            <a:r>
              <a:rPr lang="fr-FR">
                <a:solidFill>
                  <a:schemeClr val="bg2"/>
                </a:solidFill>
              </a:rPr>
              <a:t>jeunes, précaire, sans emploi fixe</a:t>
            </a:r>
            <a:endParaRPr lang="fr-FR">
              <a:solidFill>
                <a:schemeClr val="bg2"/>
              </a:solidFill>
            </a:endParaRPr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besoin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r>
              <a:rPr lang="fr-FR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endParaRPr lang="fr-FR"/>
          </a:p>
          <a:p>
            <a:pPr>
              <a:defRPr/>
            </a:pPr>
            <a:r>
              <a:rPr lang="fr-FR">
                <a:solidFill>
                  <a:schemeClr val="bg2"/>
                </a:solidFill>
              </a:rPr>
              <a:t>gagner de l’argent rapidement, facilement</a:t>
            </a:r>
            <a:endParaRPr lang="fr-FR"/>
          </a:p>
        </p:txBody>
      </p:sp>
      <p:sp>
        <p:nvSpPr>
          <p:cNvPr id="2091968329" name=""/>
          <p:cNvSpPr txBox="1"/>
          <p:nvPr/>
        </p:nvSpPr>
        <p:spPr bwMode="auto">
          <a:xfrm flipH="0" flipV="0">
            <a:off x="-4275642" y="-317499"/>
            <a:ext cx="3818430" cy="1371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Les 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demandeurs de serv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ices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endParaRPr lang="fr-FR">
              <a:latin typeface="Montserrat Medium"/>
              <a:cs typeface="Montserrat Medium"/>
            </a:endParaRPr>
          </a:p>
          <a:p>
            <a:pPr>
              <a:defRPr/>
            </a:pPr>
            <a:r>
              <a:rPr lang="fr-FR"/>
              <a:t>particuliers, familles, personnes âgées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besoi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n</a:t>
            </a:r>
            <a:r>
              <a:rPr lang="fr-FR" b="1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endParaRPr lang="fr-FR"/>
          </a:p>
          <a:p>
            <a:pPr>
              <a:defRPr/>
            </a:pPr>
            <a:r>
              <a:rPr lang="fr-FR">
                <a:solidFill>
                  <a:schemeClr val="bg2"/>
                </a:solidFill>
              </a:rPr>
              <a:t>aide locale, fiable et immédiate pour de petites tâches</a:t>
            </a:r>
            <a:endParaRPr lang="fr-FR"/>
          </a:p>
        </p:txBody>
      </p:sp>
      <p:sp>
        <p:nvSpPr>
          <p:cNvPr id="1861306622" name=""/>
          <p:cNvSpPr txBox="1"/>
          <p:nvPr/>
        </p:nvSpPr>
        <p:spPr bwMode="auto">
          <a:xfrm flipH="0" flipV="0">
            <a:off x="1207311" y="3619838"/>
            <a:ext cx="6987519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200" b="1" i="0" u="none">
                <a:solidFill>
                  <a:srgbClr val="0A8DAF"/>
                </a:solidFill>
                <a:latin typeface="Arial"/>
                <a:ea typeface="Arial"/>
                <a:cs typeface="Arial"/>
              </a:rPr>
              <a:t>Exemple</a:t>
            </a:r>
            <a:r>
              <a:rPr lang="fr-FR" sz="1200" b="0" i="0" u="none">
                <a:solidFill>
                  <a:srgbClr val="0A8DAF"/>
                </a:solidFill>
                <a:latin typeface="Arial"/>
                <a:ea typeface="Arial"/>
                <a:cs typeface="Arial"/>
              </a:rPr>
              <a:t> </a:t>
            </a:r>
            <a:r>
              <a:rPr lang="fr-FR" sz="1200" b="0" i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: </a:t>
            </a:r>
            <a:r>
              <a:rPr lang="fr-FR" sz="1200" b="0" i="0" u="none">
                <a:solidFill>
                  <a:schemeClr val="bg2"/>
                </a:solidFill>
                <a:latin typeface="Arial"/>
                <a:ea typeface="Arial"/>
                <a:cs typeface="Arial"/>
              </a:rPr>
              <a:t>Jean, 16 ans, veut un nouveau jeu vidéo. Sophie, mère de famille, cherche de l’aide pour monter un meuble. Jean accepte la mission sur Jobien et gagne l’argent en 1 jour.</a:t>
            </a:r>
            <a:endParaRPr lang="fr-FR">
              <a:latin typeface="Arial"/>
              <a:cs typeface="Arial"/>
            </a:endParaRPr>
          </a:p>
        </p:txBody>
      </p:sp>
      <p:grpSp>
        <p:nvGrpSpPr>
          <p:cNvPr id="557347964" name="Google Shape;456;p40"/>
          <p:cNvGrpSpPr/>
          <p:nvPr/>
        </p:nvGrpSpPr>
        <p:grpSpPr bwMode="auto">
          <a:xfrm flipH="1">
            <a:off x="-311295" y="150022"/>
            <a:ext cx="1590593" cy="875373"/>
            <a:chOff x="6456462" y="3575598"/>
            <a:chExt cx="1004098" cy="552600"/>
          </a:xfrm>
        </p:grpSpPr>
        <p:sp>
          <p:nvSpPr>
            <p:cNvPr id="398484958" name="Google Shape;457;p40"/>
            <p:cNvSpPr/>
            <p:nvPr/>
          </p:nvSpPr>
          <p:spPr bwMode="auto">
            <a:xfrm>
              <a:off x="6456462" y="3575601"/>
              <a:ext cx="10040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7723235" name="Google Shape;458;p40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622901776" name="Google Shape;459;p40"/>
          <p:cNvGrpSpPr/>
          <p:nvPr/>
        </p:nvGrpSpPr>
        <p:grpSpPr bwMode="auto">
          <a:xfrm flipH="1">
            <a:off x="-425083" y="1025388"/>
            <a:ext cx="1249830" cy="707504"/>
            <a:chOff x="6456474" y="3575598"/>
            <a:chExt cx="976200" cy="552609"/>
          </a:xfrm>
        </p:grpSpPr>
        <p:sp>
          <p:nvSpPr>
            <p:cNvPr id="2141207988" name="Google Shape;460;p40"/>
            <p:cNvSpPr/>
            <p:nvPr/>
          </p:nvSpPr>
          <p:spPr bwMode="auto">
            <a:xfrm>
              <a:off x="6456475" y="3575607"/>
              <a:ext cx="9761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63868613" name="Google Shape;461;p40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939509287" name="Google Shape;553;p42"/>
          <p:cNvGrpSpPr/>
          <p:nvPr/>
        </p:nvGrpSpPr>
        <p:grpSpPr bwMode="auto">
          <a:xfrm>
            <a:off x="7728313" y="150023"/>
            <a:ext cx="1590594" cy="875374"/>
            <a:chOff x="6456463" y="3575599"/>
            <a:chExt cx="1004099" cy="552600"/>
          </a:xfrm>
        </p:grpSpPr>
        <p:sp>
          <p:nvSpPr>
            <p:cNvPr id="572677865" name="Google Shape;554;p42"/>
            <p:cNvSpPr/>
            <p:nvPr/>
          </p:nvSpPr>
          <p:spPr bwMode="auto">
            <a:xfrm>
              <a:off x="6456463" y="3575601"/>
              <a:ext cx="10040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800173802" name="Google Shape;555;p42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2138942830" name="Google Shape;556;p42"/>
          <p:cNvGrpSpPr/>
          <p:nvPr/>
        </p:nvGrpSpPr>
        <p:grpSpPr bwMode="auto">
          <a:xfrm>
            <a:off x="8182864" y="1025388"/>
            <a:ext cx="1249831" cy="707505"/>
            <a:chOff x="6456474" y="3575599"/>
            <a:chExt cx="976201" cy="552609"/>
          </a:xfrm>
        </p:grpSpPr>
        <p:sp>
          <p:nvSpPr>
            <p:cNvPr id="1032267968" name="Google Shape;557;p42"/>
            <p:cNvSpPr/>
            <p:nvPr/>
          </p:nvSpPr>
          <p:spPr bwMode="auto">
            <a:xfrm>
              <a:off x="6456476" y="3575608"/>
              <a:ext cx="976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52066708" name="Google Shape;558;p42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389419992" name="Google Shape;971;p54"/>
          <p:cNvGrpSpPr/>
          <p:nvPr/>
        </p:nvGrpSpPr>
        <p:grpSpPr bwMode="auto">
          <a:xfrm flipH="1">
            <a:off x="-668304" y="4250246"/>
            <a:ext cx="4052153" cy="707495"/>
            <a:chOff x="6456474" y="3575599"/>
            <a:chExt cx="3165002" cy="552602"/>
          </a:xfrm>
        </p:grpSpPr>
        <p:sp>
          <p:nvSpPr>
            <p:cNvPr id="2133989062" name="Google Shape;972;p54"/>
            <p:cNvSpPr/>
            <p:nvPr/>
          </p:nvSpPr>
          <p:spPr bwMode="auto">
            <a:xfrm>
              <a:off x="6456478" y="3575601"/>
              <a:ext cx="31649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803609000" name="Google Shape;973;p54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aphicFrame>
        <p:nvGraphicFramePr>
          <p:cNvPr id="1603997625" name=""/>
          <p:cNvGraphicFramePr>
            <a:graphicFrameLocks xmlns:a="http://schemas.openxmlformats.org/drawingml/2006/main"/>
          </p:cNvGraphicFramePr>
          <p:nvPr/>
        </p:nvGraphicFramePr>
        <p:xfrm rot="0">
          <a:off x="1122165" y="1212272"/>
          <a:ext cx="6606166" cy="177736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{57D99FF1-1599-4201-A82D-90559AB2EEDF}</a:tableStyleId>
              </a:tblPr>
              <a:tblGrid>
                <a:gridCol w="2198880"/>
                <a:gridCol w="2198880"/>
                <a:gridCol w="2198880"/>
              </a:tblGrid>
              <a:tr h="26104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b="1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Type d’utilisateurs</a:t>
                      </a:r>
                      <a:endParaRPr>
                        <a:solidFill>
                          <a:schemeClr val="accent1"/>
                        </a:solidFill>
                        <a:latin typeface="Montserrat Medium"/>
                        <a:cs typeface="Montserrat Mediu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 i="0" u="none" strike="noStrike" cap="none" spc="0">
                          <a:solidFill>
                            <a:schemeClr val="tx2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Les travaille</a:t>
                      </a:r>
                      <a:r>
                        <a:rPr lang="fr-FR" sz="1400" b="1" i="0" u="none" strike="noStrike" cap="none" spc="0">
                          <a:solidFill>
                            <a:schemeClr val="tx2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urs</a:t>
                      </a:r>
                      <a:endParaRPr sz="1400" b="1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1" i="0" u="none" strike="noStrike" cap="none" spc="0">
                          <a:solidFill>
                            <a:schemeClr val="tx2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demandeurs de serv</a:t>
                      </a:r>
                      <a:r>
                        <a:rPr lang="fr-FR" sz="1400" b="1" i="0" u="none" strike="noStrike" cap="none" spc="0">
                          <a:solidFill>
                            <a:schemeClr val="tx2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ices</a:t>
                      </a:r>
                      <a:endParaRPr sz="1400">
                        <a:solidFill>
                          <a:schemeClr val="tx2"/>
                        </a:solidFill>
                        <a:latin typeface="Montserrat Medium"/>
                        <a:cs typeface="Montserrat Medium"/>
                      </a:endParaRPr>
                    </a:p>
                  </a:txBody>
                  <a:tcPr/>
                </a:tc>
              </a:tr>
              <a:tr h="26104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b="1">
                          <a:solidFill>
                            <a:schemeClr val="accent1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Type de personnes</a:t>
                      </a:r>
                      <a:endParaRPr b="1">
                        <a:solidFill>
                          <a:schemeClr val="accent1"/>
                        </a:solidFill>
                        <a:latin typeface="Montserrat Medium"/>
                        <a:cs typeface="Montserrat Mediu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0" i="0" u="none" strike="noStrike" cap="none" spc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jeunes, précaire, sans emploi fixe</a:t>
                      </a:r>
                      <a:endParaRPr lang="fr-FR" sz="140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0" i="0" u="none" strike="noStrike" cap="none" spc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particuliers, familles, personnes âgées</a:t>
                      </a:r>
                      <a:endParaRPr sz="140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</a:tr>
              <a:tr h="366589">
                <a:tc>
                  <a:txBody>
                    <a:bodyPr/>
                    <a:p>
                      <a:pPr algn="ctr">
                        <a:defRPr/>
                      </a:pPr>
                      <a:endParaRPr lang="fr-FR"/>
                    </a:p>
                    <a:p>
                      <a:pPr algn="ctr">
                        <a:defRPr/>
                      </a:pPr>
                      <a:r>
                        <a:rPr lang="fr-FR" b="1">
                          <a:solidFill>
                            <a:schemeClr val="tx2"/>
                          </a:solidFill>
                          <a:latin typeface="Montserrat Medium"/>
                          <a:ea typeface="Montserrat Medium"/>
                          <a:cs typeface="Montserrat Medium"/>
                        </a:rPr>
                        <a:t>Besoin</a:t>
                      </a:r>
                      <a:endParaRPr>
                        <a:solidFill>
                          <a:schemeClr val="tx2"/>
                        </a:solidFill>
                        <a:latin typeface="Montserrat Medium"/>
                        <a:cs typeface="Montserrat Medium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0" i="0" u="none" strike="noStrike" cap="none" spc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gagner de l’argent rapidement, facilement</a:t>
                      </a:r>
                      <a:endParaRPr lang="fr-FR" sz="1400"/>
                    </a:p>
                    <a:p>
                      <a:pPr>
                        <a:defRPr/>
                      </a:pP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1400" b="0" i="0" u="none" strike="noStrike" cap="none" spc="0">
                          <a:solidFill>
                            <a:schemeClr val="bg2"/>
                          </a:solidFill>
                          <a:latin typeface="Arial"/>
                          <a:ea typeface="Arial"/>
                          <a:cs typeface="Arial"/>
                        </a:rPr>
                        <a:t>aide locale, fiable et immédiate pour de petites tâches</a:t>
                      </a:r>
                      <a:endParaRPr lang="fr-FR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4560248" name="Google Shape;1155;p58"/>
          <p:cNvSpPr/>
          <p:nvPr/>
        </p:nvSpPr>
        <p:spPr bwMode="auto">
          <a:xfrm flipH="0" flipV="0">
            <a:off x="3919322" y="-724419"/>
            <a:ext cx="8040686" cy="59111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888382" name="Google Shape;390;p37"/>
          <p:cNvSpPr txBox="1"/>
          <p:nvPr>
            <p:ph type="title"/>
          </p:nvPr>
        </p:nvSpPr>
        <p:spPr bwMode="auto">
          <a:xfrm flipH="0" flipV="0">
            <a:off x="3841146" y="1620822"/>
            <a:ext cx="4327350" cy="1599896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>
                <a:latin typeface="Montserrat"/>
                <a:ea typeface="Montserrat"/>
                <a:cs typeface="Montserrat"/>
              </a:rPr>
              <a:t>Marché et concurrence</a:t>
            </a:r>
            <a:endParaRPr lang="fr-FR" sz="4800"/>
          </a:p>
        </p:txBody>
      </p:sp>
      <p:sp>
        <p:nvSpPr>
          <p:cNvPr id="1351845854" name="Google Shape;391;p37"/>
          <p:cNvSpPr txBox="1"/>
          <p:nvPr>
            <p:ph type="subTitle" idx="1"/>
          </p:nvPr>
        </p:nvSpPr>
        <p:spPr bwMode="auto">
          <a:xfrm flipH="0" flipV="0">
            <a:off x="3893697" y="3220721"/>
            <a:ext cx="4442400" cy="640566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Marché ciblé. Analyse des concurrents. Avantage distinct.</a:t>
            </a:r>
            <a:endParaRPr lang="fr-FR"/>
          </a:p>
        </p:txBody>
      </p:sp>
      <p:grpSp>
        <p:nvGrpSpPr>
          <p:cNvPr id="856769004" name="Google Shape;392;p37"/>
          <p:cNvGrpSpPr/>
          <p:nvPr/>
        </p:nvGrpSpPr>
        <p:grpSpPr bwMode="auto">
          <a:xfrm flipH="1">
            <a:off x="-5202410" y="1648702"/>
            <a:ext cx="8892666" cy="1427043"/>
            <a:chOff x="6456466" y="3575594"/>
            <a:chExt cx="3443698" cy="552602"/>
          </a:xfrm>
        </p:grpSpPr>
        <p:sp>
          <p:nvSpPr>
            <p:cNvPr id="1224037972" name="Google Shape;393;p37"/>
            <p:cNvSpPr/>
            <p:nvPr/>
          </p:nvSpPr>
          <p:spPr bwMode="auto">
            <a:xfrm>
              <a:off x="6456466" y="3575594"/>
              <a:ext cx="34436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5155363" name="Google Shape;394;p37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46332339" name="Google Shape;395;p37"/>
          <p:cNvSpPr txBox="1"/>
          <p:nvPr>
            <p:ph type="title" idx="2"/>
          </p:nvPr>
        </p:nvSpPr>
        <p:spPr bwMode="auto">
          <a:xfrm>
            <a:off x="2268999" y="1941323"/>
            <a:ext cx="1421100" cy="841798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</a:t>
            </a:r>
            <a:r>
              <a:rPr lang="fr-FR"/>
              <a:t>4</a:t>
            </a:r>
            <a:endParaRPr lang="fr-FR"/>
          </a:p>
        </p:txBody>
      </p:sp>
      <p:grpSp>
        <p:nvGrpSpPr>
          <p:cNvPr id="1827911419" name="Google Shape;396;p37"/>
          <p:cNvGrpSpPr/>
          <p:nvPr/>
        </p:nvGrpSpPr>
        <p:grpSpPr bwMode="auto">
          <a:xfrm rot="10799952">
            <a:off x="-1778499" y="941195"/>
            <a:ext cx="4357120" cy="707494"/>
            <a:chOff x="6456474" y="3575598"/>
            <a:chExt cx="3403202" cy="552601"/>
          </a:xfrm>
        </p:grpSpPr>
        <p:sp>
          <p:nvSpPr>
            <p:cNvPr id="195338005" name="Google Shape;397;p37"/>
            <p:cNvSpPr/>
            <p:nvPr/>
          </p:nvSpPr>
          <p:spPr bwMode="auto">
            <a:xfrm>
              <a:off x="6456477" y="3575601"/>
              <a:ext cx="34031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844543673" name="Google Shape;398;p37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046299386" name="Google Shape;399;p37"/>
          <p:cNvGrpSpPr/>
          <p:nvPr/>
        </p:nvGrpSpPr>
        <p:grpSpPr bwMode="auto">
          <a:xfrm rot="10799952">
            <a:off x="-2248903" y="233698"/>
            <a:ext cx="3759087" cy="707492"/>
            <a:chOff x="6456474" y="3575598"/>
            <a:chExt cx="2936097" cy="552600"/>
          </a:xfrm>
        </p:grpSpPr>
        <p:sp>
          <p:nvSpPr>
            <p:cNvPr id="910611429" name="Google Shape;400;p37"/>
            <p:cNvSpPr/>
            <p:nvPr/>
          </p:nvSpPr>
          <p:spPr bwMode="auto">
            <a:xfrm>
              <a:off x="6456474" y="3575598"/>
              <a:ext cx="2936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786719135" name="Google Shape;401;p37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910695" name="Google Shape;518;p42"/>
          <p:cNvSpPr txBox="1"/>
          <p:nvPr>
            <p:ph type="title"/>
          </p:nvPr>
        </p:nvSpPr>
        <p:spPr bwMode="auto">
          <a:xfrm>
            <a:off x="719999" y="222773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400" b="1" i="0" u="none" strike="noStrike" cap="none" spc="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Un potentiel économique significatif</a:t>
            </a:r>
            <a:endParaRPr lang="fr-FR" sz="2400">
              <a:solidFill>
                <a:schemeClr val="tx2"/>
              </a:solidFill>
              <a:latin typeface="Montserrat"/>
              <a:cs typeface="Montserrat"/>
            </a:endParaRPr>
          </a:p>
        </p:txBody>
      </p:sp>
      <p:grpSp>
        <p:nvGrpSpPr>
          <p:cNvPr id="2092893558" name="Google Shape;553;p42"/>
          <p:cNvGrpSpPr/>
          <p:nvPr/>
        </p:nvGrpSpPr>
        <p:grpSpPr bwMode="auto">
          <a:xfrm>
            <a:off x="7728313" y="150023"/>
            <a:ext cx="1590594" cy="875374"/>
            <a:chOff x="6456463" y="3575599"/>
            <a:chExt cx="1004099" cy="552600"/>
          </a:xfrm>
        </p:grpSpPr>
        <p:sp>
          <p:nvSpPr>
            <p:cNvPr id="930616431" name="Google Shape;554;p42"/>
            <p:cNvSpPr/>
            <p:nvPr/>
          </p:nvSpPr>
          <p:spPr bwMode="auto">
            <a:xfrm>
              <a:off x="6456463" y="3575601"/>
              <a:ext cx="10040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917605808" name="Google Shape;555;p42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428146786" name="Google Shape;556;p42"/>
          <p:cNvGrpSpPr/>
          <p:nvPr/>
        </p:nvGrpSpPr>
        <p:grpSpPr bwMode="auto">
          <a:xfrm>
            <a:off x="8182864" y="1025388"/>
            <a:ext cx="1249831" cy="707505"/>
            <a:chOff x="6456474" y="3575599"/>
            <a:chExt cx="976201" cy="552609"/>
          </a:xfrm>
        </p:grpSpPr>
        <p:sp>
          <p:nvSpPr>
            <p:cNvPr id="1599777783" name="Google Shape;557;p42"/>
            <p:cNvSpPr/>
            <p:nvPr/>
          </p:nvSpPr>
          <p:spPr bwMode="auto">
            <a:xfrm>
              <a:off x="6456476" y="3575608"/>
              <a:ext cx="976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684436495" name="Google Shape;558;p42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2080284829" name=""/>
          <p:cNvSpPr txBox="1"/>
          <p:nvPr/>
        </p:nvSpPr>
        <p:spPr bwMode="auto">
          <a:xfrm flipH="0" flipV="0">
            <a:off x="614916" y="1407189"/>
            <a:ext cx="8349798" cy="1859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200" b="1" i="0" u="none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Un potentiel économique significatif</a:t>
            </a:r>
            <a:r>
              <a:rPr lang="fr-FR" sz="2200" b="0" i="0" u="none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:</a:t>
            </a:r>
            <a:endParaRPr lang="fr-FR" sz="2200" b="0" i="0" u="none" strike="noStrike" cap="none" spc="0">
              <a:solidFill>
                <a:schemeClr val="bg2"/>
              </a:solidFill>
              <a:latin typeface="Times New Roman"/>
              <a:cs typeface="Times New Roman"/>
            </a:endParaRPr>
          </a:p>
          <a:p>
            <a:pPr marL="1106008" lvl="2" indent="-305908"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3+ millions</a:t>
            </a:r>
            <a:r>
              <a:rPr lang="fr-F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d’étudiants en France</a:t>
            </a:r>
            <a:endParaRPr lang="fr-FR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1106007" lvl="2" indent="-305907"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Des millions</a:t>
            </a:r>
            <a:r>
              <a:rPr lang="fr-F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en précarité économique</a:t>
            </a:r>
            <a:endParaRPr lang="fr-FR" sz="20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1106008" lvl="2" indent="-305908"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20+ milliards d’euros par an</a:t>
            </a:r>
            <a:r>
              <a:rPr lang="fr-F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dans les services locaux européens</a:t>
            </a:r>
            <a:endParaRPr lang="fr-FR" sz="2000" b="0" i="0" u="none" strike="noStrike" cap="none" spc="0">
              <a:solidFill>
                <a:schemeClr val="bg2"/>
              </a:solidFill>
              <a:latin typeface="Montserrat Medium"/>
              <a:cs typeface="Montserrat Medium"/>
            </a:endParaRPr>
          </a:p>
          <a:p>
            <a:pPr algn="l">
              <a:defRPr/>
            </a:pPr>
            <a:endParaRPr lang="fr-FR">
              <a:latin typeface="Montserrat Medium"/>
              <a:cs typeface="Montserrat Medium"/>
            </a:endParaRPr>
          </a:p>
        </p:txBody>
      </p:sp>
      <p:grpSp>
        <p:nvGrpSpPr>
          <p:cNvPr id="244497355" name="Google Shape;1367;p63"/>
          <p:cNvGrpSpPr/>
          <p:nvPr/>
        </p:nvGrpSpPr>
        <p:grpSpPr bwMode="auto">
          <a:xfrm rot="5399976" flipV="1">
            <a:off x="6221018" y="5576780"/>
            <a:ext cx="3759088" cy="707493"/>
            <a:chOff x="0" y="0"/>
            <a:chExt cx="3759088" cy="707493"/>
          </a:xfrm>
        </p:grpSpPr>
        <p:sp>
          <p:nvSpPr>
            <p:cNvPr id="2110333208" name="Google Shape;1368;p63"/>
            <p:cNvSpPr/>
            <p:nvPr/>
          </p:nvSpPr>
          <p:spPr bwMode="auto">
            <a:xfrm>
              <a:off x="0" y="0"/>
              <a:ext cx="3759088" cy="70749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431661663" name="Google Shape;1369;p63"/>
            <p:cNvSpPr/>
            <p:nvPr/>
          </p:nvSpPr>
          <p:spPr bwMode="auto">
            <a:xfrm>
              <a:off x="0" y="0"/>
              <a:ext cx="707493" cy="707493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349475581" name="Google Shape;1361;p63"/>
          <p:cNvGrpSpPr/>
          <p:nvPr/>
        </p:nvGrpSpPr>
        <p:grpSpPr bwMode="auto">
          <a:xfrm rot="5399976" flipV="1">
            <a:off x="6629494" y="4869285"/>
            <a:ext cx="4357121" cy="707495"/>
            <a:chOff x="6456474" y="3575599"/>
            <a:chExt cx="3403203" cy="552602"/>
          </a:xfrm>
        </p:grpSpPr>
        <p:sp>
          <p:nvSpPr>
            <p:cNvPr id="946594986" name="Google Shape;1362;p63"/>
            <p:cNvSpPr/>
            <p:nvPr/>
          </p:nvSpPr>
          <p:spPr bwMode="auto">
            <a:xfrm>
              <a:off x="6456478" y="3575601"/>
              <a:ext cx="3403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514317122" name="Google Shape;1363;p63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78840054" name="Google Shape;317;p34"/>
          <p:cNvGrpSpPr/>
          <p:nvPr/>
        </p:nvGrpSpPr>
        <p:grpSpPr bwMode="auto">
          <a:xfrm flipH="1">
            <a:off x="-3030324" y="1556176"/>
            <a:ext cx="5455164" cy="875380"/>
            <a:chOff x="6456467" y="3575595"/>
            <a:chExt cx="3443699" cy="552603"/>
          </a:xfrm>
        </p:grpSpPr>
        <p:sp>
          <p:nvSpPr>
            <p:cNvPr id="652999732" name="Google Shape;318;p34"/>
            <p:cNvSpPr/>
            <p:nvPr/>
          </p:nvSpPr>
          <p:spPr bwMode="auto">
            <a:xfrm>
              <a:off x="6456467" y="3575595"/>
              <a:ext cx="34436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  <p:sp>
          <p:nvSpPr>
            <p:cNvPr id="841458991" name="Google Shape;319;p34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</p:grpSp>
      <p:sp>
        <p:nvSpPr>
          <p:cNvPr id="2050635172" name="Google Shape;320;p34"/>
          <p:cNvSpPr txBox="1"/>
          <p:nvPr>
            <p:ph type="title"/>
          </p:nvPr>
        </p:nvSpPr>
        <p:spPr bwMode="auto">
          <a:xfrm>
            <a:off x="624458" y="280800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Modèle Économique</a:t>
            </a:r>
            <a:endParaRPr lang="fr-FR">
              <a:latin typeface="montserrat"/>
              <a:cs typeface="montserrat"/>
            </a:endParaRPr>
          </a:p>
        </p:txBody>
      </p:sp>
      <p:sp>
        <p:nvSpPr>
          <p:cNvPr id="830160164" name="Google Shape;321;p34"/>
          <p:cNvSpPr txBox="1"/>
          <p:nvPr>
            <p:ph type="subTitle" idx="2"/>
          </p:nvPr>
        </p:nvSpPr>
        <p:spPr bwMode="auto">
          <a:xfrm>
            <a:off x="3989203" y="3601616"/>
            <a:ext cx="3391200" cy="4847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Albert Sans"/>
                <a:ea typeface="Albert Sans"/>
                <a:cs typeface="Albert Sans"/>
              </a:rPr>
              <a:t>Pour les artisans, auto-entrepreneurs ou petites structures locales, accès </a:t>
            </a:r>
            <a:r>
              <a:rPr lang="fr-FR">
                <a:latin typeface="Albert Sans"/>
                <a:ea typeface="Albert Sans"/>
                <a:cs typeface="Albert Sans"/>
              </a:rPr>
              <a:t>à</a:t>
            </a:r>
            <a:r>
              <a:rPr lang="fr-FR">
                <a:latin typeface="Albert Sans"/>
                <a:ea typeface="Albert Sans"/>
                <a:cs typeface="Albert Sans"/>
              </a:rPr>
              <a:t> des outils avancés , etc..</a:t>
            </a:r>
            <a:endParaRPr lang="fr-FR">
              <a:latin typeface="Albert Sans"/>
              <a:cs typeface="Albert Sans"/>
            </a:endParaRPr>
          </a:p>
        </p:txBody>
      </p:sp>
      <p:sp>
        <p:nvSpPr>
          <p:cNvPr id="1407850464" name="Google Shape;323;p34"/>
          <p:cNvSpPr txBox="1"/>
          <p:nvPr>
            <p:ph type="subTitle" idx="13"/>
          </p:nvPr>
        </p:nvSpPr>
        <p:spPr bwMode="auto">
          <a:xfrm flipH="0" flipV="0">
            <a:off x="3989202" y="3343118"/>
            <a:ext cx="4462888" cy="394497"/>
          </a:xfrm>
          <a:prstGeom prst="rect">
            <a:avLst/>
          </a:prstGeom>
        </p:spPr>
        <p:txBody>
          <a:bodyPr spcFirstLastPara="1" wrap="square" lIns="91422" tIns="91422" rIns="91422" bIns="91422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Abonnement pro</a:t>
            </a:r>
            <a:endParaRPr lang="fr-FR">
              <a:latin typeface="montserrat"/>
              <a:cs typeface="montserrat"/>
            </a:endParaRPr>
          </a:p>
        </p:txBody>
      </p:sp>
      <p:sp>
        <p:nvSpPr>
          <p:cNvPr id="619911305" name="Google Shape;325;p34"/>
          <p:cNvSpPr txBox="1"/>
          <p:nvPr>
            <p:ph type="subTitle" idx="3"/>
          </p:nvPr>
        </p:nvSpPr>
        <p:spPr bwMode="auto">
          <a:xfrm flipH="0" flipV="0">
            <a:off x="3364935" y="2782944"/>
            <a:ext cx="3703943" cy="484798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Albert Sans"/>
                <a:ea typeface="Albert Sans"/>
                <a:cs typeface="Albert Sans"/>
              </a:rPr>
              <a:t>Publicité local ciblée, mise en avant des annonces, boost de visibilité pour les profils</a:t>
            </a:r>
            <a:endParaRPr lang="fr-FR" sz="1600">
              <a:solidFill>
                <a:srgbClr val="666666"/>
              </a:solidFill>
              <a:latin typeface="Albert Sans"/>
              <a:cs typeface="Albert Sans"/>
            </a:endParaRPr>
          </a:p>
        </p:txBody>
      </p:sp>
      <p:sp>
        <p:nvSpPr>
          <p:cNvPr id="1161913058" name="Google Shape;326;p34"/>
          <p:cNvSpPr txBox="1"/>
          <p:nvPr>
            <p:ph type="subTitle" idx="1"/>
          </p:nvPr>
        </p:nvSpPr>
        <p:spPr bwMode="auto">
          <a:xfrm>
            <a:off x="2531767" y="1846376"/>
            <a:ext cx="3391200" cy="4847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Albert Sans"/>
                <a:ea typeface="Albert Sans"/>
                <a:cs typeface="Albert Sans"/>
              </a:rPr>
              <a:t>Commission de </a:t>
            </a:r>
            <a:r>
              <a:rPr lang="fr-FR">
                <a:latin typeface="Albert Sans"/>
                <a:ea typeface="Albert Sans"/>
                <a:cs typeface="Albert Sans"/>
              </a:rPr>
              <a:t>10% pour chaque mission </a:t>
            </a:r>
            <a:r>
              <a:rPr lang="fr-FR">
                <a:latin typeface="Albert Sans"/>
                <a:ea typeface="Albert Sans"/>
                <a:cs typeface="Albert Sans"/>
              </a:rPr>
              <a:t>finalisée</a:t>
            </a:r>
            <a:endParaRPr lang="fr-FR">
              <a:latin typeface="Albert Sans"/>
              <a:cs typeface="Albert Sans"/>
            </a:endParaRPr>
          </a:p>
        </p:txBody>
      </p:sp>
      <p:sp>
        <p:nvSpPr>
          <p:cNvPr id="1204635477" name="Google Shape;327;p34"/>
          <p:cNvSpPr txBox="1"/>
          <p:nvPr>
            <p:ph type="title" idx="5"/>
          </p:nvPr>
        </p:nvSpPr>
        <p:spPr bwMode="auto">
          <a:xfrm>
            <a:off x="1564100" y="1796613"/>
            <a:ext cx="860698" cy="4475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01</a:t>
            </a:r>
            <a:endParaRPr lang="fr-FR">
              <a:latin typeface="montserrat"/>
              <a:cs typeface="montserrat"/>
            </a:endParaRPr>
          </a:p>
        </p:txBody>
      </p:sp>
      <p:sp>
        <p:nvSpPr>
          <p:cNvPr id="1789302262" name="Google Shape;328;p34"/>
          <p:cNvSpPr txBox="1"/>
          <p:nvPr>
            <p:ph type="subTitle" idx="9"/>
          </p:nvPr>
        </p:nvSpPr>
        <p:spPr bwMode="auto">
          <a:xfrm flipH="0" flipV="0">
            <a:off x="2452392" y="1649127"/>
            <a:ext cx="4443957" cy="394498"/>
          </a:xfrm>
          <a:prstGeom prst="rect">
            <a:avLst/>
          </a:prstGeom>
        </p:spPr>
        <p:txBody>
          <a:bodyPr spcFirstLastPara="1" wrap="square" lIns="91422" tIns="91422" rIns="91422" bIns="91422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Commission de 10%</a:t>
            </a:r>
            <a:endParaRPr lang="fr-FR">
              <a:latin typeface="montserrat"/>
              <a:cs typeface="montserrat"/>
            </a:endParaRPr>
          </a:p>
        </p:txBody>
      </p:sp>
      <p:sp>
        <p:nvSpPr>
          <p:cNvPr id="784641793" name="Google Shape;329;p34"/>
          <p:cNvSpPr txBox="1"/>
          <p:nvPr>
            <p:ph type="subTitle" idx="14"/>
          </p:nvPr>
        </p:nvSpPr>
        <p:spPr bwMode="auto">
          <a:xfrm flipH="0" flipV="0">
            <a:off x="3223209" y="2516976"/>
            <a:ext cx="4728826" cy="394498"/>
          </a:xfrm>
          <a:prstGeom prst="rect">
            <a:avLst/>
          </a:prstGeom>
        </p:spPr>
        <p:txBody>
          <a:bodyPr spcFirstLastPara="1" wrap="square" lIns="91422" tIns="91422" rIns="91422" bIns="91422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Options premium</a:t>
            </a:r>
            <a:endParaRPr lang="fr-FR">
              <a:latin typeface="montserrat"/>
              <a:cs typeface="montserrat"/>
            </a:endParaRPr>
          </a:p>
        </p:txBody>
      </p:sp>
      <p:grpSp>
        <p:nvGrpSpPr>
          <p:cNvPr id="929832098" name="Google Shape;330;p34"/>
          <p:cNvGrpSpPr/>
          <p:nvPr/>
        </p:nvGrpSpPr>
        <p:grpSpPr bwMode="auto">
          <a:xfrm flipH="1">
            <a:off x="-2259649" y="2428064"/>
            <a:ext cx="5455164" cy="875380"/>
            <a:chOff x="6456467" y="3575595"/>
            <a:chExt cx="3443699" cy="552603"/>
          </a:xfrm>
        </p:grpSpPr>
        <p:sp>
          <p:nvSpPr>
            <p:cNvPr id="428334035" name="Google Shape;331;p34"/>
            <p:cNvSpPr/>
            <p:nvPr/>
          </p:nvSpPr>
          <p:spPr bwMode="auto">
            <a:xfrm>
              <a:off x="6456467" y="3575595"/>
              <a:ext cx="34436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  <p:sp>
          <p:nvSpPr>
            <p:cNvPr id="199448408" name="Google Shape;332;p34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</p:grpSp>
      <p:sp>
        <p:nvSpPr>
          <p:cNvPr id="1097688351" name="Google Shape;333;p34"/>
          <p:cNvSpPr txBox="1"/>
          <p:nvPr>
            <p:ph type="title" idx="6"/>
          </p:nvPr>
        </p:nvSpPr>
        <p:spPr bwMode="auto">
          <a:xfrm>
            <a:off x="2334975" y="2641952"/>
            <a:ext cx="860698" cy="4475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02</a:t>
            </a:r>
            <a:endParaRPr lang="fr-FR">
              <a:latin typeface="montserrat"/>
              <a:cs typeface="montserrat"/>
            </a:endParaRPr>
          </a:p>
        </p:txBody>
      </p:sp>
      <p:grpSp>
        <p:nvGrpSpPr>
          <p:cNvPr id="699318615" name="Google Shape;334;p34"/>
          <p:cNvGrpSpPr/>
          <p:nvPr/>
        </p:nvGrpSpPr>
        <p:grpSpPr bwMode="auto">
          <a:xfrm flipH="1">
            <a:off x="-1493741" y="3299928"/>
            <a:ext cx="5455164" cy="875380"/>
            <a:chOff x="6456467" y="3575595"/>
            <a:chExt cx="3443699" cy="552603"/>
          </a:xfrm>
        </p:grpSpPr>
        <p:sp>
          <p:nvSpPr>
            <p:cNvPr id="2082041621" name="Google Shape;335;p34"/>
            <p:cNvSpPr/>
            <p:nvPr/>
          </p:nvSpPr>
          <p:spPr bwMode="auto">
            <a:xfrm>
              <a:off x="6456467" y="3575595"/>
              <a:ext cx="34436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  <p:sp>
          <p:nvSpPr>
            <p:cNvPr id="1722469347" name="Google Shape;336;p34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</p:grpSp>
      <p:sp>
        <p:nvSpPr>
          <p:cNvPr id="465779092" name="Google Shape;337;p34"/>
          <p:cNvSpPr txBox="1"/>
          <p:nvPr>
            <p:ph type="title" idx="7"/>
          </p:nvPr>
        </p:nvSpPr>
        <p:spPr bwMode="auto">
          <a:xfrm>
            <a:off x="3099200" y="3513816"/>
            <a:ext cx="860698" cy="4475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latin typeface="montserrat"/>
                <a:ea typeface="montserrat"/>
                <a:cs typeface="montserrat"/>
              </a:rPr>
              <a:t>03</a:t>
            </a:r>
            <a:endParaRPr lang="fr-FR">
              <a:latin typeface="montserrat"/>
              <a:cs typeface="montserrat"/>
            </a:endParaRPr>
          </a:p>
        </p:txBody>
      </p:sp>
      <p:grpSp>
        <p:nvGrpSpPr>
          <p:cNvPr id="1151071486" name="Google Shape;342;p34"/>
          <p:cNvGrpSpPr/>
          <p:nvPr/>
        </p:nvGrpSpPr>
        <p:grpSpPr bwMode="auto">
          <a:xfrm rot="-2699971" flipH="1">
            <a:off x="268609" y="471195"/>
            <a:ext cx="1045764" cy="1045614"/>
            <a:chOff x="3741949" y="353925"/>
            <a:chExt cx="1045774" cy="1045624"/>
          </a:xfrm>
        </p:grpSpPr>
        <p:sp>
          <p:nvSpPr>
            <p:cNvPr id="1744903285" name="Google Shape;343;p34"/>
            <p:cNvSpPr/>
            <p:nvPr/>
          </p:nvSpPr>
          <p:spPr bwMode="auto">
            <a:xfrm>
              <a:off x="3741949" y="1372674"/>
              <a:ext cx="26325" cy="26874"/>
            </a:xfrm>
            <a:custGeom>
              <a:avLst/>
              <a:gdLst/>
              <a:ahLst/>
              <a:cxnLst/>
              <a:rect l="l" t="t" r="r" b="b"/>
              <a:pathLst>
                <a:path w="1053" h="1075" fill="norm" stroke="1" extrusionOk="0">
                  <a:moveTo>
                    <a:pt x="526" y="1"/>
                  </a:moveTo>
                  <a:cubicBezTo>
                    <a:pt x="491" y="1"/>
                    <a:pt x="455" y="8"/>
                    <a:pt x="427" y="22"/>
                  </a:cubicBezTo>
                  <a:cubicBezTo>
                    <a:pt x="398" y="22"/>
                    <a:pt x="370" y="22"/>
                    <a:pt x="313" y="50"/>
                  </a:cubicBezTo>
                  <a:cubicBezTo>
                    <a:pt x="284" y="50"/>
                    <a:pt x="256" y="79"/>
                    <a:pt x="228" y="107"/>
                  </a:cubicBezTo>
                  <a:cubicBezTo>
                    <a:pt x="199" y="107"/>
                    <a:pt x="171" y="136"/>
                    <a:pt x="142" y="164"/>
                  </a:cubicBezTo>
                  <a:cubicBezTo>
                    <a:pt x="57" y="249"/>
                    <a:pt x="0" y="392"/>
                    <a:pt x="0" y="534"/>
                  </a:cubicBezTo>
                  <a:cubicBezTo>
                    <a:pt x="0" y="676"/>
                    <a:pt x="57" y="818"/>
                    <a:pt x="142" y="903"/>
                  </a:cubicBezTo>
                  <a:cubicBezTo>
                    <a:pt x="171" y="932"/>
                    <a:pt x="199" y="960"/>
                    <a:pt x="228" y="989"/>
                  </a:cubicBezTo>
                  <a:cubicBezTo>
                    <a:pt x="256" y="989"/>
                    <a:pt x="284" y="1017"/>
                    <a:pt x="313" y="1046"/>
                  </a:cubicBezTo>
                  <a:cubicBezTo>
                    <a:pt x="370" y="1046"/>
                    <a:pt x="398" y="1046"/>
                    <a:pt x="427" y="1074"/>
                  </a:cubicBezTo>
                  <a:lnTo>
                    <a:pt x="626" y="1074"/>
                  </a:lnTo>
                  <a:cubicBezTo>
                    <a:pt x="654" y="1046"/>
                    <a:pt x="711" y="1046"/>
                    <a:pt x="739" y="1046"/>
                  </a:cubicBezTo>
                  <a:cubicBezTo>
                    <a:pt x="768" y="1017"/>
                    <a:pt x="796" y="989"/>
                    <a:pt x="825" y="989"/>
                  </a:cubicBezTo>
                  <a:cubicBezTo>
                    <a:pt x="853" y="960"/>
                    <a:pt x="882" y="932"/>
                    <a:pt x="910" y="903"/>
                  </a:cubicBezTo>
                  <a:cubicBezTo>
                    <a:pt x="938" y="903"/>
                    <a:pt x="938" y="875"/>
                    <a:pt x="967" y="847"/>
                  </a:cubicBezTo>
                  <a:cubicBezTo>
                    <a:pt x="995" y="818"/>
                    <a:pt x="995" y="790"/>
                    <a:pt x="1024" y="733"/>
                  </a:cubicBezTo>
                  <a:cubicBezTo>
                    <a:pt x="1024" y="704"/>
                    <a:pt x="1052" y="676"/>
                    <a:pt x="1052" y="648"/>
                  </a:cubicBezTo>
                  <a:cubicBezTo>
                    <a:pt x="1052" y="619"/>
                    <a:pt x="1052" y="562"/>
                    <a:pt x="1052" y="534"/>
                  </a:cubicBezTo>
                  <a:cubicBezTo>
                    <a:pt x="1052" y="392"/>
                    <a:pt x="995" y="249"/>
                    <a:pt x="910" y="164"/>
                  </a:cubicBezTo>
                  <a:cubicBezTo>
                    <a:pt x="882" y="136"/>
                    <a:pt x="853" y="107"/>
                    <a:pt x="825" y="107"/>
                  </a:cubicBezTo>
                  <a:cubicBezTo>
                    <a:pt x="796" y="79"/>
                    <a:pt x="768" y="50"/>
                    <a:pt x="739" y="50"/>
                  </a:cubicBezTo>
                  <a:cubicBezTo>
                    <a:pt x="711" y="22"/>
                    <a:pt x="654" y="22"/>
                    <a:pt x="626" y="22"/>
                  </a:cubicBezTo>
                  <a:cubicBezTo>
                    <a:pt x="597" y="8"/>
                    <a:pt x="562" y="1"/>
                    <a:pt x="52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  <p:sp>
          <p:nvSpPr>
            <p:cNvPr id="521926503" name="Google Shape;344;p34"/>
            <p:cNvSpPr/>
            <p:nvPr/>
          </p:nvSpPr>
          <p:spPr bwMode="auto">
            <a:xfrm>
              <a:off x="3804499" y="417549"/>
              <a:ext cx="920649" cy="918000"/>
            </a:xfrm>
            <a:custGeom>
              <a:avLst/>
              <a:gdLst/>
              <a:ahLst/>
              <a:cxnLst/>
              <a:rect l="l" t="t" r="r" b="b"/>
              <a:pathLst>
                <a:path w="36826" h="36720" fill="norm" stroke="1" extrusionOk="0">
                  <a:moveTo>
                    <a:pt x="36232" y="1"/>
                  </a:moveTo>
                  <a:cubicBezTo>
                    <a:pt x="36094" y="1"/>
                    <a:pt x="35959" y="51"/>
                    <a:pt x="35859" y="150"/>
                  </a:cubicBezTo>
                  <a:cubicBezTo>
                    <a:pt x="35660" y="378"/>
                    <a:pt x="35660" y="690"/>
                    <a:pt x="35859" y="918"/>
                  </a:cubicBezTo>
                  <a:cubicBezTo>
                    <a:pt x="35973" y="1003"/>
                    <a:pt x="36115" y="1060"/>
                    <a:pt x="36229" y="1060"/>
                  </a:cubicBezTo>
                  <a:cubicBezTo>
                    <a:pt x="36371" y="1060"/>
                    <a:pt x="36513" y="1003"/>
                    <a:pt x="36627" y="918"/>
                  </a:cubicBezTo>
                  <a:cubicBezTo>
                    <a:pt x="36826" y="690"/>
                    <a:pt x="36826" y="378"/>
                    <a:pt x="36627" y="150"/>
                  </a:cubicBezTo>
                  <a:cubicBezTo>
                    <a:pt x="36513" y="51"/>
                    <a:pt x="36371" y="1"/>
                    <a:pt x="36232" y="1"/>
                  </a:cubicBezTo>
                  <a:close/>
                  <a:moveTo>
                    <a:pt x="33694" y="2560"/>
                  </a:moveTo>
                  <a:cubicBezTo>
                    <a:pt x="33556" y="2560"/>
                    <a:pt x="33414" y="2610"/>
                    <a:pt x="33300" y="2709"/>
                  </a:cubicBezTo>
                  <a:cubicBezTo>
                    <a:pt x="33101" y="2909"/>
                    <a:pt x="33101" y="3250"/>
                    <a:pt x="33300" y="3449"/>
                  </a:cubicBezTo>
                  <a:cubicBezTo>
                    <a:pt x="33414" y="3563"/>
                    <a:pt x="33556" y="3619"/>
                    <a:pt x="33698" y="3619"/>
                  </a:cubicBezTo>
                  <a:cubicBezTo>
                    <a:pt x="33840" y="3619"/>
                    <a:pt x="33954" y="3563"/>
                    <a:pt x="34068" y="3449"/>
                  </a:cubicBezTo>
                  <a:cubicBezTo>
                    <a:pt x="34267" y="3250"/>
                    <a:pt x="34267" y="2909"/>
                    <a:pt x="34068" y="2709"/>
                  </a:cubicBezTo>
                  <a:cubicBezTo>
                    <a:pt x="33968" y="2610"/>
                    <a:pt x="33833" y="2560"/>
                    <a:pt x="33694" y="2560"/>
                  </a:cubicBezTo>
                  <a:close/>
                  <a:moveTo>
                    <a:pt x="31139" y="5091"/>
                  </a:moveTo>
                  <a:cubicBezTo>
                    <a:pt x="31004" y="5091"/>
                    <a:pt x="30869" y="5141"/>
                    <a:pt x="30769" y="5240"/>
                  </a:cubicBezTo>
                  <a:cubicBezTo>
                    <a:pt x="30570" y="5468"/>
                    <a:pt x="30570" y="5809"/>
                    <a:pt x="30769" y="6008"/>
                  </a:cubicBezTo>
                  <a:cubicBezTo>
                    <a:pt x="30883" y="6122"/>
                    <a:pt x="30996" y="6150"/>
                    <a:pt x="31139" y="6150"/>
                  </a:cubicBezTo>
                  <a:cubicBezTo>
                    <a:pt x="31281" y="6150"/>
                    <a:pt x="31423" y="6122"/>
                    <a:pt x="31508" y="6008"/>
                  </a:cubicBezTo>
                  <a:cubicBezTo>
                    <a:pt x="31736" y="5809"/>
                    <a:pt x="31736" y="5468"/>
                    <a:pt x="31508" y="5240"/>
                  </a:cubicBezTo>
                  <a:cubicBezTo>
                    <a:pt x="31409" y="5141"/>
                    <a:pt x="31274" y="5091"/>
                    <a:pt x="31139" y="5091"/>
                  </a:cubicBezTo>
                  <a:close/>
                  <a:moveTo>
                    <a:pt x="28594" y="7650"/>
                  </a:moveTo>
                  <a:cubicBezTo>
                    <a:pt x="28458" y="7650"/>
                    <a:pt x="28323" y="7700"/>
                    <a:pt x="28210" y="7800"/>
                  </a:cubicBezTo>
                  <a:cubicBezTo>
                    <a:pt x="28011" y="7999"/>
                    <a:pt x="28011" y="8340"/>
                    <a:pt x="28210" y="8567"/>
                  </a:cubicBezTo>
                  <a:cubicBezTo>
                    <a:pt x="28323" y="8653"/>
                    <a:pt x="28466" y="8710"/>
                    <a:pt x="28608" y="8710"/>
                  </a:cubicBezTo>
                  <a:cubicBezTo>
                    <a:pt x="28722" y="8710"/>
                    <a:pt x="28864" y="8653"/>
                    <a:pt x="28977" y="8567"/>
                  </a:cubicBezTo>
                  <a:cubicBezTo>
                    <a:pt x="29177" y="8340"/>
                    <a:pt x="29177" y="7999"/>
                    <a:pt x="28977" y="7800"/>
                  </a:cubicBezTo>
                  <a:cubicBezTo>
                    <a:pt x="28864" y="7700"/>
                    <a:pt x="28729" y="7650"/>
                    <a:pt x="28594" y="7650"/>
                  </a:cubicBezTo>
                  <a:close/>
                  <a:moveTo>
                    <a:pt x="26048" y="10188"/>
                  </a:moveTo>
                  <a:cubicBezTo>
                    <a:pt x="25913" y="10188"/>
                    <a:pt x="25778" y="10245"/>
                    <a:pt x="25679" y="10359"/>
                  </a:cubicBezTo>
                  <a:cubicBezTo>
                    <a:pt x="25451" y="10558"/>
                    <a:pt x="25451" y="10899"/>
                    <a:pt x="25679" y="11098"/>
                  </a:cubicBezTo>
                  <a:cubicBezTo>
                    <a:pt x="25764" y="11212"/>
                    <a:pt x="25906" y="11269"/>
                    <a:pt x="26048" y="11269"/>
                  </a:cubicBezTo>
                  <a:cubicBezTo>
                    <a:pt x="26191" y="11269"/>
                    <a:pt x="26333" y="11212"/>
                    <a:pt x="26418" y="11098"/>
                  </a:cubicBezTo>
                  <a:cubicBezTo>
                    <a:pt x="26646" y="10899"/>
                    <a:pt x="26646" y="10558"/>
                    <a:pt x="26418" y="10359"/>
                  </a:cubicBezTo>
                  <a:cubicBezTo>
                    <a:pt x="26319" y="10245"/>
                    <a:pt x="26184" y="10188"/>
                    <a:pt x="26048" y="10188"/>
                  </a:cubicBezTo>
                  <a:close/>
                  <a:moveTo>
                    <a:pt x="23493" y="12741"/>
                  </a:moveTo>
                  <a:cubicBezTo>
                    <a:pt x="23354" y="12741"/>
                    <a:pt x="23219" y="12790"/>
                    <a:pt x="23120" y="12890"/>
                  </a:cubicBezTo>
                  <a:cubicBezTo>
                    <a:pt x="22920" y="13089"/>
                    <a:pt x="22920" y="13430"/>
                    <a:pt x="23120" y="13658"/>
                  </a:cubicBezTo>
                  <a:cubicBezTo>
                    <a:pt x="23233" y="13743"/>
                    <a:pt x="23375" y="13800"/>
                    <a:pt x="23489" y="13800"/>
                  </a:cubicBezTo>
                  <a:cubicBezTo>
                    <a:pt x="23631" y="13800"/>
                    <a:pt x="23774" y="13743"/>
                    <a:pt x="23887" y="13658"/>
                  </a:cubicBezTo>
                  <a:cubicBezTo>
                    <a:pt x="24086" y="13430"/>
                    <a:pt x="24086" y="13089"/>
                    <a:pt x="23887" y="12890"/>
                  </a:cubicBezTo>
                  <a:cubicBezTo>
                    <a:pt x="23774" y="12790"/>
                    <a:pt x="23631" y="12741"/>
                    <a:pt x="23493" y="12741"/>
                  </a:cubicBezTo>
                  <a:close/>
                  <a:moveTo>
                    <a:pt x="20958" y="15278"/>
                  </a:moveTo>
                  <a:cubicBezTo>
                    <a:pt x="20823" y="15278"/>
                    <a:pt x="20688" y="15335"/>
                    <a:pt x="20589" y="15449"/>
                  </a:cubicBezTo>
                  <a:cubicBezTo>
                    <a:pt x="20361" y="15648"/>
                    <a:pt x="20361" y="15989"/>
                    <a:pt x="20589" y="16188"/>
                  </a:cubicBezTo>
                  <a:cubicBezTo>
                    <a:pt x="20674" y="16302"/>
                    <a:pt x="20816" y="16359"/>
                    <a:pt x="20958" y="16359"/>
                  </a:cubicBezTo>
                  <a:cubicBezTo>
                    <a:pt x="21101" y="16359"/>
                    <a:pt x="21214" y="16302"/>
                    <a:pt x="21328" y="16188"/>
                  </a:cubicBezTo>
                  <a:cubicBezTo>
                    <a:pt x="21527" y="15989"/>
                    <a:pt x="21527" y="15648"/>
                    <a:pt x="21328" y="15449"/>
                  </a:cubicBezTo>
                  <a:cubicBezTo>
                    <a:pt x="21228" y="15335"/>
                    <a:pt x="21093" y="15278"/>
                    <a:pt x="20958" y="15278"/>
                  </a:cubicBezTo>
                  <a:close/>
                  <a:moveTo>
                    <a:pt x="18399" y="17831"/>
                  </a:moveTo>
                  <a:cubicBezTo>
                    <a:pt x="18264" y="17831"/>
                    <a:pt x="18129" y="17880"/>
                    <a:pt x="18029" y="17980"/>
                  </a:cubicBezTo>
                  <a:cubicBezTo>
                    <a:pt x="17830" y="18207"/>
                    <a:pt x="17830" y="18549"/>
                    <a:pt x="18029" y="18748"/>
                  </a:cubicBezTo>
                  <a:cubicBezTo>
                    <a:pt x="18143" y="18833"/>
                    <a:pt x="18257" y="18890"/>
                    <a:pt x="18399" y="18890"/>
                  </a:cubicBezTo>
                  <a:cubicBezTo>
                    <a:pt x="18541" y="18890"/>
                    <a:pt x="18683" y="18833"/>
                    <a:pt x="18769" y="18748"/>
                  </a:cubicBezTo>
                  <a:cubicBezTo>
                    <a:pt x="18996" y="18549"/>
                    <a:pt x="18996" y="18207"/>
                    <a:pt x="18769" y="17980"/>
                  </a:cubicBezTo>
                  <a:cubicBezTo>
                    <a:pt x="18669" y="17880"/>
                    <a:pt x="18534" y="17831"/>
                    <a:pt x="18399" y="17831"/>
                  </a:cubicBezTo>
                  <a:close/>
                  <a:moveTo>
                    <a:pt x="15865" y="20390"/>
                  </a:moveTo>
                  <a:cubicBezTo>
                    <a:pt x="15726" y="20390"/>
                    <a:pt x="15584" y="20440"/>
                    <a:pt x="15470" y="20539"/>
                  </a:cubicBezTo>
                  <a:cubicBezTo>
                    <a:pt x="15271" y="20738"/>
                    <a:pt x="15271" y="21080"/>
                    <a:pt x="15470" y="21279"/>
                  </a:cubicBezTo>
                  <a:cubicBezTo>
                    <a:pt x="15584" y="21392"/>
                    <a:pt x="15726" y="21449"/>
                    <a:pt x="15868" y="21449"/>
                  </a:cubicBezTo>
                  <a:cubicBezTo>
                    <a:pt x="15982" y="21449"/>
                    <a:pt x="16124" y="21392"/>
                    <a:pt x="16238" y="21279"/>
                  </a:cubicBezTo>
                  <a:cubicBezTo>
                    <a:pt x="16437" y="21080"/>
                    <a:pt x="16437" y="20738"/>
                    <a:pt x="16238" y="20539"/>
                  </a:cubicBezTo>
                  <a:cubicBezTo>
                    <a:pt x="16138" y="20440"/>
                    <a:pt x="16003" y="20390"/>
                    <a:pt x="15865" y="20390"/>
                  </a:cubicBezTo>
                  <a:close/>
                  <a:moveTo>
                    <a:pt x="13309" y="22921"/>
                  </a:moveTo>
                  <a:cubicBezTo>
                    <a:pt x="13174" y="22921"/>
                    <a:pt x="13039" y="22971"/>
                    <a:pt x="12939" y="23070"/>
                  </a:cubicBezTo>
                  <a:cubicBezTo>
                    <a:pt x="12712" y="23298"/>
                    <a:pt x="12712" y="23639"/>
                    <a:pt x="12939" y="23838"/>
                  </a:cubicBezTo>
                  <a:cubicBezTo>
                    <a:pt x="13025" y="23952"/>
                    <a:pt x="13167" y="23980"/>
                    <a:pt x="13309" y="23980"/>
                  </a:cubicBezTo>
                  <a:cubicBezTo>
                    <a:pt x="13451" y="23980"/>
                    <a:pt x="13593" y="23952"/>
                    <a:pt x="13679" y="23838"/>
                  </a:cubicBezTo>
                  <a:cubicBezTo>
                    <a:pt x="13906" y="23639"/>
                    <a:pt x="13906" y="23298"/>
                    <a:pt x="13679" y="23070"/>
                  </a:cubicBezTo>
                  <a:cubicBezTo>
                    <a:pt x="13579" y="22971"/>
                    <a:pt x="13444" y="22921"/>
                    <a:pt x="13309" y="22921"/>
                  </a:cubicBezTo>
                  <a:close/>
                  <a:moveTo>
                    <a:pt x="10764" y="25480"/>
                  </a:moveTo>
                  <a:cubicBezTo>
                    <a:pt x="10629" y="25480"/>
                    <a:pt x="10494" y="25530"/>
                    <a:pt x="10380" y="25629"/>
                  </a:cubicBezTo>
                  <a:cubicBezTo>
                    <a:pt x="10181" y="25829"/>
                    <a:pt x="10181" y="26170"/>
                    <a:pt x="10380" y="26397"/>
                  </a:cubicBezTo>
                  <a:cubicBezTo>
                    <a:pt x="10494" y="26483"/>
                    <a:pt x="10636" y="26539"/>
                    <a:pt x="10778" y="26539"/>
                  </a:cubicBezTo>
                  <a:cubicBezTo>
                    <a:pt x="10892" y="26539"/>
                    <a:pt x="11034" y="26483"/>
                    <a:pt x="11148" y="26397"/>
                  </a:cubicBezTo>
                  <a:cubicBezTo>
                    <a:pt x="11347" y="26170"/>
                    <a:pt x="11347" y="25829"/>
                    <a:pt x="11148" y="25629"/>
                  </a:cubicBezTo>
                  <a:cubicBezTo>
                    <a:pt x="11034" y="25530"/>
                    <a:pt x="10899" y="25480"/>
                    <a:pt x="10764" y="25480"/>
                  </a:cubicBezTo>
                  <a:close/>
                  <a:moveTo>
                    <a:pt x="8219" y="28018"/>
                  </a:moveTo>
                  <a:cubicBezTo>
                    <a:pt x="8084" y="28018"/>
                    <a:pt x="7949" y="28075"/>
                    <a:pt x="7849" y="28189"/>
                  </a:cubicBezTo>
                  <a:cubicBezTo>
                    <a:pt x="7622" y="28388"/>
                    <a:pt x="7622" y="28729"/>
                    <a:pt x="7849" y="28928"/>
                  </a:cubicBezTo>
                  <a:cubicBezTo>
                    <a:pt x="7934" y="29042"/>
                    <a:pt x="8077" y="29099"/>
                    <a:pt x="8219" y="29099"/>
                  </a:cubicBezTo>
                  <a:cubicBezTo>
                    <a:pt x="8361" y="29099"/>
                    <a:pt x="8475" y="29042"/>
                    <a:pt x="8588" y="28928"/>
                  </a:cubicBezTo>
                  <a:cubicBezTo>
                    <a:pt x="8787" y="28729"/>
                    <a:pt x="8787" y="28388"/>
                    <a:pt x="8588" y="28189"/>
                  </a:cubicBezTo>
                  <a:cubicBezTo>
                    <a:pt x="8489" y="28075"/>
                    <a:pt x="8354" y="28018"/>
                    <a:pt x="8219" y="28018"/>
                  </a:cubicBezTo>
                  <a:close/>
                  <a:moveTo>
                    <a:pt x="5663" y="30570"/>
                  </a:moveTo>
                  <a:cubicBezTo>
                    <a:pt x="5524" y="30570"/>
                    <a:pt x="5389" y="30620"/>
                    <a:pt x="5290" y="30720"/>
                  </a:cubicBezTo>
                  <a:cubicBezTo>
                    <a:pt x="5091" y="30947"/>
                    <a:pt x="5091" y="31260"/>
                    <a:pt x="5290" y="31487"/>
                  </a:cubicBezTo>
                  <a:cubicBezTo>
                    <a:pt x="5403" y="31573"/>
                    <a:pt x="5546" y="31630"/>
                    <a:pt x="5659" y="31630"/>
                  </a:cubicBezTo>
                  <a:cubicBezTo>
                    <a:pt x="5802" y="31630"/>
                    <a:pt x="5944" y="31573"/>
                    <a:pt x="6058" y="31487"/>
                  </a:cubicBezTo>
                  <a:cubicBezTo>
                    <a:pt x="6257" y="31260"/>
                    <a:pt x="6257" y="30947"/>
                    <a:pt x="6058" y="30720"/>
                  </a:cubicBezTo>
                  <a:cubicBezTo>
                    <a:pt x="5944" y="30620"/>
                    <a:pt x="5802" y="30570"/>
                    <a:pt x="5663" y="30570"/>
                  </a:cubicBezTo>
                  <a:close/>
                  <a:moveTo>
                    <a:pt x="3125" y="33108"/>
                  </a:moveTo>
                  <a:cubicBezTo>
                    <a:pt x="2986" y="33108"/>
                    <a:pt x="2844" y="33165"/>
                    <a:pt x="2730" y="33279"/>
                  </a:cubicBezTo>
                  <a:cubicBezTo>
                    <a:pt x="2531" y="33478"/>
                    <a:pt x="2531" y="33819"/>
                    <a:pt x="2730" y="34018"/>
                  </a:cubicBezTo>
                  <a:cubicBezTo>
                    <a:pt x="2844" y="34132"/>
                    <a:pt x="2986" y="34189"/>
                    <a:pt x="3129" y="34189"/>
                  </a:cubicBezTo>
                  <a:cubicBezTo>
                    <a:pt x="3242" y="34189"/>
                    <a:pt x="3384" y="34132"/>
                    <a:pt x="3498" y="34018"/>
                  </a:cubicBezTo>
                  <a:cubicBezTo>
                    <a:pt x="3697" y="33819"/>
                    <a:pt x="3697" y="33478"/>
                    <a:pt x="3498" y="33279"/>
                  </a:cubicBezTo>
                  <a:cubicBezTo>
                    <a:pt x="3399" y="33165"/>
                    <a:pt x="3264" y="33108"/>
                    <a:pt x="3125" y="33108"/>
                  </a:cubicBezTo>
                  <a:close/>
                  <a:moveTo>
                    <a:pt x="569" y="35660"/>
                  </a:moveTo>
                  <a:cubicBezTo>
                    <a:pt x="434" y="35660"/>
                    <a:pt x="299" y="35710"/>
                    <a:pt x="200" y="35810"/>
                  </a:cubicBezTo>
                  <a:cubicBezTo>
                    <a:pt x="1" y="36037"/>
                    <a:pt x="1" y="36379"/>
                    <a:pt x="200" y="36578"/>
                  </a:cubicBezTo>
                  <a:cubicBezTo>
                    <a:pt x="313" y="36691"/>
                    <a:pt x="427" y="36720"/>
                    <a:pt x="569" y="36720"/>
                  </a:cubicBezTo>
                  <a:cubicBezTo>
                    <a:pt x="711" y="36720"/>
                    <a:pt x="854" y="36691"/>
                    <a:pt x="939" y="36578"/>
                  </a:cubicBezTo>
                  <a:cubicBezTo>
                    <a:pt x="1166" y="36379"/>
                    <a:pt x="1166" y="36037"/>
                    <a:pt x="939" y="35810"/>
                  </a:cubicBezTo>
                  <a:cubicBezTo>
                    <a:pt x="839" y="35710"/>
                    <a:pt x="704" y="35660"/>
                    <a:pt x="569" y="356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  <p:sp>
          <p:nvSpPr>
            <p:cNvPr id="1561707919" name="Google Shape;345;p34"/>
            <p:cNvSpPr/>
            <p:nvPr/>
          </p:nvSpPr>
          <p:spPr bwMode="auto">
            <a:xfrm>
              <a:off x="4760674" y="353925"/>
              <a:ext cx="27049" cy="26874"/>
            </a:xfrm>
            <a:custGeom>
              <a:avLst/>
              <a:gdLst/>
              <a:ahLst/>
              <a:cxnLst/>
              <a:rect l="l" t="t" r="r" b="b"/>
              <a:pathLst>
                <a:path w="1082" h="1075" fill="norm" stroke="1" extrusionOk="0">
                  <a:moveTo>
                    <a:pt x="563" y="0"/>
                  </a:moveTo>
                  <a:cubicBezTo>
                    <a:pt x="517" y="0"/>
                    <a:pt x="471" y="7"/>
                    <a:pt x="427" y="22"/>
                  </a:cubicBezTo>
                  <a:cubicBezTo>
                    <a:pt x="399" y="22"/>
                    <a:pt x="370" y="22"/>
                    <a:pt x="342" y="51"/>
                  </a:cubicBezTo>
                  <a:cubicBezTo>
                    <a:pt x="314" y="51"/>
                    <a:pt x="285" y="79"/>
                    <a:pt x="228" y="79"/>
                  </a:cubicBezTo>
                  <a:cubicBezTo>
                    <a:pt x="200" y="107"/>
                    <a:pt x="200" y="136"/>
                    <a:pt x="171" y="164"/>
                  </a:cubicBezTo>
                  <a:cubicBezTo>
                    <a:pt x="143" y="193"/>
                    <a:pt x="115" y="193"/>
                    <a:pt x="86" y="250"/>
                  </a:cubicBezTo>
                  <a:cubicBezTo>
                    <a:pt x="86" y="278"/>
                    <a:pt x="58" y="306"/>
                    <a:pt x="58" y="335"/>
                  </a:cubicBezTo>
                  <a:cubicBezTo>
                    <a:pt x="29" y="363"/>
                    <a:pt x="29" y="392"/>
                    <a:pt x="29" y="420"/>
                  </a:cubicBezTo>
                  <a:cubicBezTo>
                    <a:pt x="1" y="449"/>
                    <a:pt x="1" y="506"/>
                    <a:pt x="1" y="534"/>
                  </a:cubicBezTo>
                  <a:cubicBezTo>
                    <a:pt x="1" y="562"/>
                    <a:pt x="1" y="591"/>
                    <a:pt x="29" y="648"/>
                  </a:cubicBezTo>
                  <a:cubicBezTo>
                    <a:pt x="29" y="676"/>
                    <a:pt x="29" y="705"/>
                    <a:pt x="58" y="733"/>
                  </a:cubicBezTo>
                  <a:cubicBezTo>
                    <a:pt x="58" y="761"/>
                    <a:pt x="86" y="790"/>
                    <a:pt x="86" y="818"/>
                  </a:cubicBezTo>
                  <a:cubicBezTo>
                    <a:pt x="115" y="847"/>
                    <a:pt x="143" y="875"/>
                    <a:pt x="171" y="904"/>
                  </a:cubicBezTo>
                  <a:cubicBezTo>
                    <a:pt x="200" y="932"/>
                    <a:pt x="200" y="961"/>
                    <a:pt x="228" y="989"/>
                  </a:cubicBezTo>
                  <a:cubicBezTo>
                    <a:pt x="285" y="989"/>
                    <a:pt x="314" y="1017"/>
                    <a:pt x="342" y="1017"/>
                  </a:cubicBezTo>
                  <a:cubicBezTo>
                    <a:pt x="370" y="1046"/>
                    <a:pt x="399" y="1046"/>
                    <a:pt x="427" y="1046"/>
                  </a:cubicBezTo>
                  <a:cubicBezTo>
                    <a:pt x="456" y="1074"/>
                    <a:pt x="513" y="1074"/>
                    <a:pt x="541" y="1074"/>
                  </a:cubicBezTo>
                  <a:cubicBezTo>
                    <a:pt x="683" y="1074"/>
                    <a:pt x="825" y="1017"/>
                    <a:pt x="911" y="904"/>
                  </a:cubicBezTo>
                  <a:cubicBezTo>
                    <a:pt x="939" y="875"/>
                    <a:pt x="968" y="847"/>
                    <a:pt x="996" y="818"/>
                  </a:cubicBezTo>
                  <a:cubicBezTo>
                    <a:pt x="996" y="790"/>
                    <a:pt x="1025" y="761"/>
                    <a:pt x="1025" y="733"/>
                  </a:cubicBezTo>
                  <a:cubicBezTo>
                    <a:pt x="1053" y="705"/>
                    <a:pt x="1053" y="676"/>
                    <a:pt x="1053" y="648"/>
                  </a:cubicBezTo>
                  <a:cubicBezTo>
                    <a:pt x="1081" y="591"/>
                    <a:pt x="1081" y="562"/>
                    <a:pt x="1081" y="534"/>
                  </a:cubicBezTo>
                  <a:cubicBezTo>
                    <a:pt x="1081" y="506"/>
                    <a:pt x="1053" y="449"/>
                    <a:pt x="1053" y="420"/>
                  </a:cubicBezTo>
                  <a:cubicBezTo>
                    <a:pt x="1053" y="392"/>
                    <a:pt x="1053" y="363"/>
                    <a:pt x="1025" y="335"/>
                  </a:cubicBezTo>
                  <a:cubicBezTo>
                    <a:pt x="1025" y="306"/>
                    <a:pt x="996" y="278"/>
                    <a:pt x="996" y="250"/>
                  </a:cubicBezTo>
                  <a:cubicBezTo>
                    <a:pt x="968" y="193"/>
                    <a:pt x="939" y="193"/>
                    <a:pt x="911" y="164"/>
                  </a:cubicBezTo>
                  <a:cubicBezTo>
                    <a:pt x="826" y="59"/>
                    <a:pt x="695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>
                <a:latin typeface="montserrat"/>
                <a:cs typeface="montserra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550039" name="Google Shape;1154;p58"/>
          <p:cNvSpPr/>
          <p:nvPr/>
        </p:nvSpPr>
        <p:spPr bwMode="auto">
          <a:xfrm rot="10799989" flipH="0" flipV="0">
            <a:off x="712787" y="3474796"/>
            <a:ext cx="8040831" cy="65227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140146895" name="Google Shape;1155;p58"/>
          <p:cNvSpPr/>
          <p:nvPr/>
        </p:nvSpPr>
        <p:spPr bwMode="auto">
          <a:xfrm flipH="0" flipV="0">
            <a:off x="712930" y="1611406"/>
            <a:ext cx="8040687" cy="59111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3"/>
              </a:gs>
              <a:gs pos="100000">
                <a:schemeClr val="lt2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111532812" name="Google Shape;1156;p58"/>
          <p:cNvSpPr txBox="1"/>
          <p:nvPr>
            <p:ph type="title"/>
          </p:nvPr>
        </p:nvSpPr>
        <p:spPr bwMode="auto">
          <a:xfrm>
            <a:off x="712787" y="81343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Analyse concurrentielle</a:t>
            </a:r>
            <a:endParaRPr lang="fr-FR"/>
          </a:p>
        </p:txBody>
      </p:sp>
      <p:grpSp>
        <p:nvGrpSpPr>
          <p:cNvPr id="1161187929" name="Google Shape;1158;p58"/>
          <p:cNvGrpSpPr/>
          <p:nvPr/>
        </p:nvGrpSpPr>
        <p:grpSpPr bwMode="auto">
          <a:xfrm flipH="1">
            <a:off x="-311296" y="-16663"/>
            <a:ext cx="1590594" cy="875374"/>
            <a:chOff x="6456463" y="3575599"/>
            <a:chExt cx="1004099" cy="552600"/>
          </a:xfrm>
        </p:grpSpPr>
        <p:sp>
          <p:nvSpPr>
            <p:cNvPr id="2046269956" name="Google Shape;1159;p58"/>
            <p:cNvSpPr/>
            <p:nvPr/>
          </p:nvSpPr>
          <p:spPr bwMode="auto">
            <a:xfrm>
              <a:off x="6456463" y="3575601"/>
              <a:ext cx="10040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602849017" name="Google Shape;1160;p58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200475725" name="Google Shape;1161;p58"/>
          <p:cNvGrpSpPr/>
          <p:nvPr/>
        </p:nvGrpSpPr>
        <p:grpSpPr bwMode="auto">
          <a:xfrm flipH="1">
            <a:off x="-425084" y="858700"/>
            <a:ext cx="1249831" cy="707505"/>
            <a:chOff x="6456474" y="3575599"/>
            <a:chExt cx="976201" cy="552609"/>
          </a:xfrm>
        </p:grpSpPr>
        <p:sp>
          <p:nvSpPr>
            <p:cNvPr id="1634541790" name="Google Shape;1162;p58"/>
            <p:cNvSpPr/>
            <p:nvPr/>
          </p:nvSpPr>
          <p:spPr bwMode="auto">
            <a:xfrm>
              <a:off x="6456476" y="3575608"/>
              <a:ext cx="9761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390060602" name="Google Shape;1163;p58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aphicFrame>
        <p:nvGraphicFramePr>
          <p:cNvPr id="1555757732" name=""/>
          <p:cNvGraphicFramePr>
            <a:graphicFrameLocks xmlns:a="http://schemas.openxmlformats.org/drawingml/2006/main"/>
          </p:cNvGraphicFramePr>
          <p:nvPr/>
        </p:nvGraphicFramePr>
        <p:xfrm rot="0">
          <a:off x="712785" y="1601879"/>
          <a:ext cx="8040687" cy="252519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{57D99FF1-1599-4201-A82D-90559AB2EEDF}</a:tableStyleId>
              </a:tblPr>
              <a:tblGrid>
                <a:gridCol w="2007790"/>
                <a:gridCol w="2007790"/>
                <a:gridCol w="2214522"/>
                <a:gridCol w="1801058"/>
              </a:tblGrid>
              <a:tr h="6289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Plateforme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Frais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Simplicité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Ciblage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</a:tr>
              <a:tr h="6289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Leboncoin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Faibles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Complexe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Non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</a:tr>
              <a:tr h="6289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Fiverr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Élevés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Peu intuitif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Non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</a:tr>
              <a:tr h="62891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Jobien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Faibles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Ultra Simple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fr-FR" sz="2400">
                          <a:latin typeface="Montserrat"/>
                          <a:ea typeface="Montserrat"/>
                          <a:cs typeface="Montserrat"/>
                        </a:rPr>
                        <a:t>Oui</a:t>
                      </a:r>
                      <a:endParaRPr lang="fr-FR" sz="2400">
                        <a:latin typeface="Montserrat"/>
                        <a:cs typeface="Montserra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120987" name="Google Shape;390;p37"/>
          <p:cNvSpPr txBox="1"/>
          <p:nvPr>
            <p:ph type="title"/>
          </p:nvPr>
        </p:nvSpPr>
        <p:spPr bwMode="auto">
          <a:xfrm flipH="0" flipV="0">
            <a:off x="3841146" y="1620821"/>
            <a:ext cx="4327349" cy="1599895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>
                <a:latin typeface="Montserrat"/>
                <a:ea typeface="Montserrat"/>
                <a:cs typeface="Montserrat"/>
              </a:rPr>
              <a:t>Croissance</a:t>
            </a:r>
            <a:endParaRPr lang="fr-FR" sz="4800"/>
          </a:p>
        </p:txBody>
      </p:sp>
      <p:sp>
        <p:nvSpPr>
          <p:cNvPr id="1723575784" name="Google Shape;391;p37"/>
          <p:cNvSpPr txBox="1"/>
          <p:nvPr>
            <p:ph type="subTitle" idx="1"/>
          </p:nvPr>
        </p:nvSpPr>
        <p:spPr bwMode="auto">
          <a:xfrm>
            <a:off x="3893697" y="2971606"/>
            <a:ext cx="4442400" cy="374997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Croissance et Expansion de Jobien</a:t>
            </a:r>
            <a:endParaRPr lang="fr-FR"/>
          </a:p>
        </p:txBody>
      </p:sp>
      <p:grpSp>
        <p:nvGrpSpPr>
          <p:cNvPr id="466236552" name="Google Shape;392;p37"/>
          <p:cNvGrpSpPr/>
          <p:nvPr/>
        </p:nvGrpSpPr>
        <p:grpSpPr bwMode="auto">
          <a:xfrm flipH="1">
            <a:off x="-5202409" y="1648701"/>
            <a:ext cx="8892666" cy="1427042"/>
            <a:chOff x="6456465" y="3575593"/>
            <a:chExt cx="3443697" cy="552601"/>
          </a:xfrm>
        </p:grpSpPr>
        <p:sp>
          <p:nvSpPr>
            <p:cNvPr id="1500732213" name="Google Shape;393;p37"/>
            <p:cNvSpPr/>
            <p:nvPr/>
          </p:nvSpPr>
          <p:spPr bwMode="auto">
            <a:xfrm>
              <a:off x="6456465" y="3575593"/>
              <a:ext cx="34436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91082142" name="Google Shape;394;p37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716994322" name="Google Shape;395;p37"/>
          <p:cNvSpPr txBox="1"/>
          <p:nvPr>
            <p:ph type="title" idx="2"/>
          </p:nvPr>
        </p:nvSpPr>
        <p:spPr bwMode="auto">
          <a:xfrm>
            <a:off x="2268999" y="1941322"/>
            <a:ext cx="1421100" cy="841797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</a:t>
            </a:r>
            <a:r>
              <a:rPr lang="fr-FR"/>
              <a:t>5</a:t>
            </a:r>
            <a:endParaRPr lang="fr-FR"/>
          </a:p>
        </p:txBody>
      </p:sp>
      <p:grpSp>
        <p:nvGrpSpPr>
          <p:cNvPr id="1336598345" name="Google Shape;396;p37"/>
          <p:cNvGrpSpPr/>
          <p:nvPr/>
        </p:nvGrpSpPr>
        <p:grpSpPr bwMode="auto">
          <a:xfrm rot="10799922">
            <a:off x="-1778499" y="941194"/>
            <a:ext cx="4357119" cy="707493"/>
            <a:chOff x="6456474" y="3575597"/>
            <a:chExt cx="3403201" cy="552600"/>
          </a:xfrm>
        </p:grpSpPr>
        <p:sp>
          <p:nvSpPr>
            <p:cNvPr id="899956371" name="Google Shape;397;p37"/>
            <p:cNvSpPr/>
            <p:nvPr/>
          </p:nvSpPr>
          <p:spPr bwMode="auto">
            <a:xfrm>
              <a:off x="6456476" y="3575601"/>
              <a:ext cx="3403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409280483" name="Google Shape;398;p37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568136657" name="Google Shape;399;p37"/>
          <p:cNvGrpSpPr/>
          <p:nvPr/>
        </p:nvGrpSpPr>
        <p:grpSpPr bwMode="auto">
          <a:xfrm rot="10799922">
            <a:off x="-2248902" y="233697"/>
            <a:ext cx="3759086" cy="707491"/>
            <a:chOff x="6456474" y="3575597"/>
            <a:chExt cx="2936097" cy="552600"/>
          </a:xfrm>
        </p:grpSpPr>
        <p:sp>
          <p:nvSpPr>
            <p:cNvPr id="1245688183" name="Google Shape;400;p37"/>
            <p:cNvSpPr/>
            <p:nvPr/>
          </p:nvSpPr>
          <p:spPr bwMode="auto">
            <a:xfrm>
              <a:off x="6456474" y="3575597"/>
              <a:ext cx="2936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079539861" name="Google Shape;401;p37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560001" name=""/>
          <p:cNvSpPr txBox="1"/>
          <p:nvPr/>
        </p:nvSpPr>
        <p:spPr bwMode="auto">
          <a:xfrm flipH="0" flipV="0">
            <a:off x="2139904" y="413842"/>
            <a:ext cx="486742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420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Déploiement</a:t>
            </a:r>
            <a:endParaRPr lang="fr-FR" sz="4200">
              <a:solidFill>
                <a:schemeClr val="tx2"/>
              </a:solidFill>
              <a:latin typeface="Montserrat"/>
              <a:cs typeface="Montserrat"/>
            </a:endParaRPr>
          </a:p>
        </p:txBody>
      </p:sp>
      <p:sp>
        <p:nvSpPr>
          <p:cNvPr id="1065557785" name=""/>
          <p:cNvSpPr txBox="1"/>
          <p:nvPr/>
        </p:nvSpPr>
        <p:spPr bwMode="auto">
          <a:xfrm flipH="0" flipV="0">
            <a:off x="2201274" y="1254669"/>
            <a:ext cx="4315288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60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Objectif:</a:t>
            </a:r>
            <a:r>
              <a:rPr lang="fr-FR" sz="160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 5</a:t>
            </a:r>
            <a:r>
              <a:rPr lang="fr-FR" sz="160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 000 utilisateurs en 1 ans</a:t>
            </a:r>
            <a:endParaRPr lang="fr-FR" sz="1600">
              <a:solidFill>
                <a:schemeClr val="bg2"/>
              </a:solidFill>
              <a:latin typeface="Montserrat Medium"/>
              <a:cs typeface="Montserrat Medium"/>
            </a:endParaRPr>
          </a:p>
        </p:txBody>
      </p:sp>
      <p:sp>
        <p:nvSpPr>
          <p:cNvPr id="937918677" name=""/>
          <p:cNvSpPr txBox="1"/>
          <p:nvPr/>
        </p:nvSpPr>
        <p:spPr bwMode="auto">
          <a:xfrm flipH="0" flipV="0">
            <a:off x="2707083" y="2160088"/>
            <a:ext cx="5417689" cy="1432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marR="0" indent="-239821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/>
              <a:buChar char="§"/>
              <a:defRPr/>
            </a:pPr>
            <a:r>
              <a:rPr lang="fr-FR" sz="2200" b="1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Lancement à Lille</a:t>
            </a:r>
            <a:endParaRPr lang="fr-FR" sz="2200" b="1" strike="noStrike" cap="none" spc="0">
              <a:solidFill>
                <a:schemeClr val="bg2"/>
              </a:solidFill>
              <a:latin typeface="Montserrat Medium"/>
              <a:cs typeface="Montserrat Medium"/>
            </a:endParaRPr>
          </a:p>
          <a:p>
            <a:pPr marL="239821" marR="0" indent="-239821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/>
              <a:buChar char="§"/>
              <a:defRPr/>
            </a:pPr>
            <a:r>
              <a:rPr lang="fr-FR" sz="2200" b="1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Communication Digitale</a:t>
            </a:r>
            <a:r>
              <a:rPr lang="fr-FR" sz="2200" b="1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lang="fr-FR" sz="2200" b="1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T</a:t>
            </a:r>
            <a:r>
              <a:rPr lang="fr-FR" sz="2200" b="1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iktok, Instagram, etc..)</a:t>
            </a:r>
            <a:endParaRPr lang="fr-FR" sz="2200" b="1" strike="noStrike" cap="none" spc="0">
              <a:solidFill>
                <a:schemeClr val="bg2"/>
              </a:solidFill>
              <a:latin typeface="Montserrat Medium"/>
              <a:cs typeface="Montserrat Medium"/>
            </a:endParaRPr>
          </a:p>
          <a:p>
            <a:pPr marL="239821" marR="0" indent="-239821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Wingdings"/>
              <a:buChar char="§"/>
              <a:defRPr/>
            </a:pPr>
            <a:r>
              <a:rPr lang="fr-FR" sz="2200" b="1" strike="noStrike" cap="none" spc="0">
                <a:solidFill>
                  <a:schemeClr val="bg2"/>
                </a:solidFill>
                <a:latin typeface="Montserrat Medium"/>
                <a:ea typeface="Montserrat Medium"/>
                <a:cs typeface="Montserrat Medium"/>
              </a:rPr>
              <a:t>Partenariats locaux</a:t>
            </a:r>
            <a:endParaRPr lang="fr-FR" sz="2000" strike="noStrike" cap="none" spc="0">
              <a:latin typeface="Montserrat Medium"/>
              <a:cs typeface="Montserrat Medium"/>
            </a:endParaRPr>
          </a:p>
        </p:txBody>
      </p:sp>
      <p:grpSp>
        <p:nvGrpSpPr>
          <p:cNvPr id="2029610191" name="Google Shape;553;p42"/>
          <p:cNvGrpSpPr/>
          <p:nvPr/>
        </p:nvGrpSpPr>
        <p:grpSpPr bwMode="auto">
          <a:xfrm>
            <a:off x="7728312" y="150022"/>
            <a:ext cx="1590593" cy="875373"/>
            <a:chOff x="6456462" y="3575598"/>
            <a:chExt cx="1004098" cy="552600"/>
          </a:xfrm>
        </p:grpSpPr>
        <p:sp>
          <p:nvSpPr>
            <p:cNvPr id="819393007" name="Google Shape;554;p42"/>
            <p:cNvSpPr/>
            <p:nvPr/>
          </p:nvSpPr>
          <p:spPr bwMode="auto">
            <a:xfrm>
              <a:off x="6456462" y="3575601"/>
              <a:ext cx="10040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619538255" name="Google Shape;555;p42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822331849" name="Google Shape;556;p42"/>
          <p:cNvGrpSpPr/>
          <p:nvPr/>
        </p:nvGrpSpPr>
        <p:grpSpPr bwMode="auto">
          <a:xfrm>
            <a:off x="8182863" y="1025388"/>
            <a:ext cx="1249830" cy="707504"/>
            <a:chOff x="6456474" y="3575598"/>
            <a:chExt cx="976200" cy="552609"/>
          </a:xfrm>
        </p:grpSpPr>
        <p:sp>
          <p:nvSpPr>
            <p:cNvPr id="577299473" name="Google Shape;557;p42"/>
            <p:cNvSpPr/>
            <p:nvPr/>
          </p:nvSpPr>
          <p:spPr bwMode="auto">
            <a:xfrm>
              <a:off x="6456475" y="3575607"/>
              <a:ext cx="9761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698988929" name="Google Shape;558;p42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790410968" name="Google Shape;971;p54"/>
          <p:cNvGrpSpPr/>
          <p:nvPr/>
        </p:nvGrpSpPr>
        <p:grpSpPr bwMode="auto">
          <a:xfrm flipH="1">
            <a:off x="-668304" y="4250246"/>
            <a:ext cx="4052153" cy="707495"/>
            <a:chOff x="6456474" y="3575599"/>
            <a:chExt cx="3165002" cy="552602"/>
          </a:xfrm>
        </p:grpSpPr>
        <p:sp>
          <p:nvSpPr>
            <p:cNvPr id="1859740892" name="Google Shape;972;p54"/>
            <p:cNvSpPr/>
            <p:nvPr/>
          </p:nvSpPr>
          <p:spPr bwMode="auto">
            <a:xfrm>
              <a:off x="6456478" y="3575601"/>
              <a:ext cx="31649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43147528" name="Google Shape;973;p54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pic>
        <p:nvPicPr>
          <p:cNvPr id="20227353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120" y="551462"/>
            <a:ext cx="2142155" cy="3100881"/>
          </a:xfrm>
          <a:prstGeom prst="rect">
            <a:avLst/>
          </a:prstGeom>
        </p:spPr>
      </p:pic>
      <p:grpSp>
        <p:nvGrpSpPr>
          <p:cNvPr id="848641153" name="Google Shape;553;p42"/>
          <p:cNvGrpSpPr/>
          <p:nvPr/>
        </p:nvGrpSpPr>
        <p:grpSpPr bwMode="auto">
          <a:xfrm>
            <a:off x="7728311" y="150017"/>
            <a:ext cx="1590592" cy="875372"/>
            <a:chOff x="6456461" y="3575597"/>
            <a:chExt cx="1004097" cy="552600"/>
          </a:xfrm>
        </p:grpSpPr>
        <p:sp>
          <p:nvSpPr>
            <p:cNvPr id="1865512772" name="Google Shape;554;p42"/>
            <p:cNvSpPr/>
            <p:nvPr/>
          </p:nvSpPr>
          <p:spPr bwMode="auto">
            <a:xfrm>
              <a:off x="6456461" y="3575601"/>
              <a:ext cx="1004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945809193" name="Google Shape;555;p42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197773967" name="Google Shape;556;p42"/>
          <p:cNvGrpSpPr/>
          <p:nvPr/>
        </p:nvGrpSpPr>
        <p:grpSpPr bwMode="auto">
          <a:xfrm>
            <a:off x="8182863" y="1025382"/>
            <a:ext cx="1249830" cy="707503"/>
            <a:chOff x="6456474" y="3575597"/>
            <a:chExt cx="976199" cy="552609"/>
          </a:xfrm>
        </p:grpSpPr>
        <p:sp>
          <p:nvSpPr>
            <p:cNvPr id="1166642363" name="Google Shape;557;p42"/>
            <p:cNvSpPr/>
            <p:nvPr/>
          </p:nvSpPr>
          <p:spPr bwMode="auto">
            <a:xfrm>
              <a:off x="6456474" y="3575606"/>
              <a:ext cx="976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971876799" name="Google Shape;558;p42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932489" name="Google Shape;1234;p60"/>
          <p:cNvSpPr/>
          <p:nvPr/>
        </p:nvSpPr>
        <p:spPr bwMode="auto">
          <a:xfrm flipH="1">
            <a:off x="-458920" y="2570824"/>
            <a:ext cx="8373546" cy="70749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1062621749" name="Google Shape;1235;p60"/>
          <p:cNvSpPr txBox="1"/>
          <p:nvPr>
            <p:ph type="title"/>
          </p:nvPr>
        </p:nvSpPr>
        <p:spPr bwMode="auto">
          <a:xfrm>
            <a:off x="720000" y="137292"/>
            <a:ext cx="7704000" cy="5726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Le Chemin de croissance</a:t>
            </a:r>
            <a:endParaRPr lang="fr-FR"/>
          </a:p>
        </p:txBody>
      </p:sp>
      <p:sp>
        <p:nvSpPr>
          <p:cNvPr id="1479951993" name="Google Shape;1236;p60"/>
          <p:cNvSpPr txBox="1"/>
          <p:nvPr/>
        </p:nvSpPr>
        <p:spPr bwMode="auto">
          <a:xfrm flipH="1">
            <a:off x="6488511" y="3451198"/>
            <a:ext cx="2148899" cy="38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400" b="1">
                <a:solidFill>
                  <a:schemeClr val="dk2"/>
                </a:solidFill>
                <a:latin typeface="Albert Sans"/>
                <a:ea typeface="Albert Sans"/>
                <a:cs typeface="Albert Sans"/>
              </a:rPr>
              <a:t>Fin </a:t>
            </a:r>
            <a:r>
              <a:rPr lang="fr-FR" sz="2400" b="1">
                <a:solidFill>
                  <a:schemeClr val="dk2"/>
                </a:solidFill>
                <a:latin typeface="Albert Sans"/>
                <a:ea typeface="Albert Sans"/>
                <a:cs typeface="Albert Sans"/>
              </a:rPr>
              <a:t>2027</a:t>
            </a:r>
            <a:endParaRPr lang="fr-FR" sz="2400" b="1">
              <a:solidFill>
                <a:schemeClr val="dk2"/>
              </a:solidFill>
              <a:latin typeface="Albert Sans"/>
              <a:ea typeface="Albert Sans"/>
              <a:cs typeface="Albert Sans"/>
            </a:endParaRPr>
          </a:p>
        </p:txBody>
      </p:sp>
      <p:sp>
        <p:nvSpPr>
          <p:cNvPr id="748495381" name="Google Shape;1237;p60"/>
          <p:cNvSpPr txBox="1"/>
          <p:nvPr/>
        </p:nvSpPr>
        <p:spPr bwMode="auto">
          <a:xfrm flipH="1">
            <a:off x="6488511" y="1826155"/>
            <a:ext cx="2148899" cy="57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Commercialisation Mondiale</a:t>
            </a:r>
            <a:endParaRPr lang="fr-FR">
              <a:solidFill>
                <a:schemeClr val="dk1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2101666833" name="Google Shape;1238;p60"/>
          <p:cNvGrpSpPr/>
          <p:nvPr/>
        </p:nvGrpSpPr>
        <p:grpSpPr bwMode="auto">
          <a:xfrm>
            <a:off x="7207233" y="2570824"/>
            <a:ext cx="707399" cy="707399"/>
            <a:chOff x="7207233" y="2570824"/>
            <a:chExt cx="707399" cy="707399"/>
          </a:xfrm>
        </p:grpSpPr>
        <p:sp>
          <p:nvSpPr>
            <p:cNvPr id="1237360524" name="Google Shape;1239;p60"/>
            <p:cNvSpPr/>
            <p:nvPr/>
          </p:nvSpPr>
          <p:spPr bwMode="auto">
            <a:xfrm flipH="1">
              <a:off x="7207233" y="2570824"/>
              <a:ext cx="707399" cy="70739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 sz="1100"/>
            </a:p>
          </p:txBody>
        </p:sp>
        <p:sp>
          <p:nvSpPr>
            <p:cNvPr id="730296081" name="Google Shape;1240;p60"/>
            <p:cNvSpPr/>
            <p:nvPr/>
          </p:nvSpPr>
          <p:spPr bwMode="auto">
            <a:xfrm>
              <a:off x="7361325" y="2723662"/>
              <a:ext cx="403299" cy="401850"/>
            </a:xfrm>
            <a:custGeom>
              <a:avLst/>
              <a:gdLst/>
              <a:ahLst/>
              <a:cxnLst/>
              <a:rect l="l" t="t" r="r" b="b"/>
              <a:pathLst>
                <a:path w="16132" h="16074" fill="norm" stroke="1" extrusionOk="0">
                  <a:moveTo>
                    <a:pt x="5243" y="5761"/>
                  </a:moveTo>
                  <a:lnTo>
                    <a:pt x="5243" y="10428"/>
                  </a:lnTo>
                  <a:lnTo>
                    <a:pt x="3169" y="10428"/>
                  </a:lnTo>
                  <a:lnTo>
                    <a:pt x="3169" y="5761"/>
                  </a:lnTo>
                  <a:close/>
                  <a:moveTo>
                    <a:pt x="7836" y="461"/>
                  </a:moveTo>
                  <a:lnTo>
                    <a:pt x="7836" y="10428"/>
                  </a:lnTo>
                  <a:lnTo>
                    <a:pt x="5704" y="10428"/>
                  </a:lnTo>
                  <a:lnTo>
                    <a:pt x="5704" y="461"/>
                  </a:lnTo>
                  <a:close/>
                  <a:moveTo>
                    <a:pt x="10428" y="2132"/>
                  </a:moveTo>
                  <a:lnTo>
                    <a:pt x="10428" y="10428"/>
                  </a:lnTo>
                  <a:lnTo>
                    <a:pt x="8354" y="10428"/>
                  </a:lnTo>
                  <a:lnTo>
                    <a:pt x="8354" y="2132"/>
                  </a:lnTo>
                  <a:close/>
                  <a:moveTo>
                    <a:pt x="14922" y="3399"/>
                  </a:moveTo>
                  <a:cubicBezTo>
                    <a:pt x="15325" y="3399"/>
                    <a:pt x="15671" y="3745"/>
                    <a:pt x="15671" y="4148"/>
                  </a:cubicBezTo>
                  <a:lnTo>
                    <a:pt x="15671" y="10428"/>
                  </a:lnTo>
                  <a:lnTo>
                    <a:pt x="13481" y="10428"/>
                  </a:lnTo>
                  <a:lnTo>
                    <a:pt x="13481" y="9563"/>
                  </a:lnTo>
                  <a:cubicBezTo>
                    <a:pt x="13481" y="9419"/>
                    <a:pt x="13366" y="9347"/>
                    <a:pt x="13251" y="9347"/>
                  </a:cubicBezTo>
                  <a:cubicBezTo>
                    <a:pt x="13136" y="9347"/>
                    <a:pt x="13020" y="9419"/>
                    <a:pt x="13020" y="9563"/>
                  </a:cubicBezTo>
                  <a:lnTo>
                    <a:pt x="13020" y="10428"/>
                  </a:lnTo>
                  <a:lnTo>
                    <a:pt x="10889" y="10428"/>
                  </a:lnTo>
                  <a:lnTo>
                    <a:pt x="10889" y="7374"/>
                  </a:lnTo>
                  <a:lnTo>
                    <a:pt x="13020" y="7374"/>
                  </a:lnTo>
                  <a:lnTo>
                    <a:pt x="13020" y="8354"/>
                  </a:lnTo>
                  <a:cubicBezTo>
                    <a:pt x="13020" y="8498"/>
                    <a:pt x="13136" y="8570"/>
                    <a:pt x="13251" y="8570"/>
                  </a:cubicBezTo>
                  <a:cubicBezTo>
                    <a:pt x="13366" y="8570"/>
                    <a:pt x="13481" y="8498"/>
                    <a:pt x="13481" y="8354"/>
                  </a:cubicBezTo>
                  <a:lnTo>
                    <a:pt x="13481" y="7144"/>
                  </a:lnTo>
                  <a:cubicBezTo>
                    <a:pt x="13481" y="7029"/>
                    <a:pt x="13366" y="6913"/>
                    <a:pt x="13251" y="6913"/>
                  </a:cubicBezTo>
                  <a:lnTo>
                    <a:pt x="10889" y="6913"/>
                  </a:lnTo>
                  <a:lnTo>
                    <a:pt x="10889" y="3399"/>
                  </a:lnTo>
                  <a:close/>
                  <a:moveTo>
                    <a:pt x="15671" y="10889"/>
                  </a:moveTo>
                  <a:lnTo>
                    <a:pt x="15671" y="12156"/>
                  </a:lnTo>
                  <a:cubicBezTo>
                    <a:pt x="15671" y="12559"/>
                    <a:pt x="15325" y="12905"/>
                    <a:pt x="14922" y="12905"/>
                  </a:cubicBezTo>
                  <a:lnTo>
                    <a:pt x="1210" y="12905"/>
                  </a:lnTo>
                  <a:cubicBezTo>
                    <a:pt x="807" y="12905"/>
                    <a:pt x="519" y="12559"/>
                    <a:pt x="519" y="12156"/>
                  </a:cubicBezTo>
                  <a:lnTo>
                    <a:pt x="519" y="10889"/>
                  </a:lnTo>
                  <a:close/>
                  <a:moveTo>
                    <a:pt x="9449" y="13366"/>
                  </a:moveTo>
                  <a:lnTo>
                    <a:pt x="10313" y="15152"/>
                  </a:lnTo>
                  <a:cubicBezTo>
                    <a:pt x="10428" y="15382"/>
                    <a:pt x="10255" y="15613"/>
                    <a:pt x="10025" y="15613"/>
                  </a:cubicBezTo>
                  <a:lnTo>
                    <a:pt x="6222" y="15613"/>
                  </a:lnTo>
                  <a:cubicBezTo>
                    <a:pt x="5992" y="15613"/>
                    <a:pt x="5877" y="15382"/>
                    <a:pt x="5934" y="15152"/>
                  </a:cubicBezTo>
                  <a:lnTo>
                    <a:pt x="6799" y="13366"/>
                  </a:lnTo>
                  <a:close/>
                  <a:moveTo>
                    <a:pt x="5473" y="0"/>
                  </a:moveTo>
                  <a:cubicBezTo>
                    <a:pt x="5358" y="0"/>
                    <a:pt x="5243" y="115"/>
                    <a:pt x="5243" y="231"/>
                  </a:cubicBezTo>
                  <a:lnTo>
                    <a:pt x="5243" y="2938"/>
                  </a:lnTo>
                  <a:lnTo>
                    <a:pt x="1210" y="2938"/>
                  </a:lnTo>
                  <a:cubicBezTo>
                    <a:pt x="519" y="2938"/>
                    <a:pt x="0" y="3457"/>
                    <a:pt x="0" y="4148"/>
                  </a:cubicBezTo>
                  <a:lnTo>
                    <a:pt x="0" y="4782"/>
                  </a:lnTo>
                  <a:cubicBezTo>
                    <a:pt x="0" y="4926"/>
                    <a:pt x="116" y="4998"/>
                    <a:pt x="231" y="4998"/>
                  </a:cubicBezTo>
                  <a:cubicBezTo>
                    <a:pt x="346" y="4998"/>
                    <a:pt x="461" y="4926"/>
                    <a:pt x="461" y="4782"/>
                  </a:cubicBezTo>
                  <a:lnTo>
                    <a:pt x="461" y="4148"/>
                  </a:lnTo>
                  <a:cubicBezTo>
                    <a:pt x="461" y="3745"/>
                    <a:pt x="807" y="3399"/>
                    <a:pt x="1210" y="3399"/>
                  </a:cubicBezTo>
                  <a:lnTo>
                    <a:pt x="5243" y="3399"/>
                  </a:lnTo>
                  <a:lnTo>
                    <a:pt x="5243" y="5243"/>
                  </a:lnTo>
                  <a:lnTo>
                    <a:pt x="2881" y="5243"/>
                  </a:lnTo>
                  <a:cubicBezTo>
                    <a:pt x="2766" y="5243"/>
                    <a:pt x="2651" y="5358"/>
                    <a:pt x="2651" y="5473"/>
                  </a:cubicBezTo>
                  <a:lnTo>
                    <a:pt x="2651" y="10428"/>
                  </a:lnTo>
                  <a:lnTo>
                    <a:pt x="461" y="10428"/>
                  </a:lnTo>
                  <a:lnTo>
                    <a:pt x="461" y="6049"/>
                  </a:lnTo>
                  <a:cubicBezTo>
                    <a:pt x="461" y="5876"/>
                    <a:pt x="346" y="5790"/>
                    <a:pt x="231" y="5790"/>
                  </a:cubicBezTo>
                  <a:cubicBezTo>
                    <a:pt x="116" y="5790"/>
                    <a:pt x="0" y="5876"/>
                    <a:pt x="0" y="6049"/>
                  </a:cubicBezTo>
                  <a:lnTo>
                    <a:pt x="0" y="12156"/>
                  </a:lnTo>
                  <a:cubicBezTo>
                    <a:pt x="0" y="12847"/>
                    <a:pt x="519" y="13366"/>
                    <a:pt x="1210" y="13366"/>
                  </a:cubicBezTo>
                  <a:lnTo>
                    <a:pt x="6280" y="13366"/>
                  </a:lnTo>
                  <a:lnTo>
                    <a:pt x="5531" y="14979"/>
                  </a:lnTo>
                  <a:cubicBezTo>
                    <a:pt x="5301" y="15497"/>
                    <a:pt x="5646" y="16073"/>
                    <a:pt x="6222" y="16073"/>
                  </a:cubicBezTo>
                  <a:lnTo>
                    <a:pt x="10025" y="16073"/>
                  </a:lnTo>
                  <a:cubicBezTo>
                    <a:pt x="10543" y="16073"/>
                    <a:pt x="10946" y="15497"/>
                    <a:pt x="10716" y="14979"/>
                  </a:cubicBezTo>
                  <a:lnTo>
                    <a:pt x="9967" y="13366"/>
                  </a:lnTo>
                  <a:lnTo>
                    <a:pt x="14922" y="13366"/>
                  </a:lnTo>
                  <a:cubicBezTo>
                    <a:pt x="15613" y="13366"/>
                    <a:pt x="16131" y="12847"/>
                    <a:pt x="16131" y="12156"/>
                  </a:cubicBezTo>
                  <a:lnTo>
                    <a:pt x="16131" y="4148"/>
                  </a:lnTo>
                  <a:cubicBezTo>
                    <a:pt x="16131" y="3457"/>
                    <a:pt x="15613" y="2938"/>
                    <a:pt x="14922" y="2938"/>
                  </a:cubicBezTo>
                  <a:lnTo>
                    <a:pt x="10889" y="2938"/>
                  </a:lnTo>
                  <a:lnTo>
                    <a:pt x="10889" y="1901"/>
                  </a:lnTo>
                  <a:cubicBezTo>
                    <a:pt x="10889" y="1786"/>
                    <a:pt x="10774" y="1671"/>
                    <a:pt x="10658" y="1671"/>
                  </a:cubicBezTo>
                  <a:lnTo>
                    <a:pt x="8296" y="1671"/>
                  </a:lnTo>
                  <a:lnTo>
                    <a:pt x="8296" y="231"/>
                  </a:lnTo>
                  <a:cubicBezTo>
                    <a:pt x="8296" y="115"/>
                    <a:pt x="8181" y="0"/>
                    <a:pt x="80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 sz="1100"/>
            </a:p>
          </p:txBody>
        </p:sp>
      </p:grpSp>
      <p:sp>
        <p:nvSpPr>
          <p:cNvPr id="1595889013" name="Google Shape;1241;p60"/>
          <p:cNvSpPr txBox="1"/>
          <p:nvPr/>
        </p:nvSpPr>
        <p:spPr bwMode="auto">
          <a:xfrm flipH="1">
            <a:off x="4538012" y="2013055"/>
            <a:ext cx="2148899" cy="38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000" b="1">
                <a:solidFill>
                  <a:schemeClr val="dk2"/>
                </a:solidFill>
                <a:latin typeface="Albert Sans"/>
                <a:ea typeface="Albert Sans"/>
                <a:cs typeface="Albert Sans"/>
              </a:rPr>
              <a:t>Fin 2026</a:t>
            </a:r>
            <a:endParaRPr lang="fr-FR" sz="2000" b="1">
              <a:solidFill>
                <a:schemeClr val="dk2"/>
              </a:solidFill>
              <a:latin typeface="Albert Sans"/>
              <a:ea typeface="Albert Sans"/>
              <a:cs typeface="Albert Sans"/>
            </a:endParaRPr>
          </a:p>
        </p:txBody>
      </p:sp>
      <p:sp>
        <p:nvSpPr>
          <p:cNvPr id="1770652299" name="Google Shape;1242;p60"/>
          <p:cNvSpPr txBox="1"/>
          <p:nvPr/>
        </p:nvSpPr>
        <p:spPr bwMode="auto">
          <a:xfrm flipH="1">
            <a:off x="4538012" y="3357748"/>
            <a:ext cx="2148899" cy="57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4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Application Mobile</a:t>
            </a:r>
            <a:endParaRPr lang="fr-FR" sz="1400">
              <a:solidFill>
                <a:schemeClr val="dk1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136170877" name="Google Shape;1243;p60"/>
          <p:cNvGrpSpPr/>
          <p:nvPr/>
        </p:nvGrpSpPr>
        <p:grpSpPr bwMode="auto">
          <a:xfrm>
            <a:off x="5258774" y="2570874"/>
            <a:ext cx="707399" cy="707399"/>
            <a:chOff x="5107008" y="2570874"/>
            <a:chExt cx="707399" cy="707399"/>
          </a:xfrm>
        </p:grpSpPr>
        <p:sp>
          <p:nvSpPr>
            <p:cNvPr id="1207267248" name="Google Shape;1244;p60"/>
            <p:cNvSpPr/>
            <p:nvPr/>
          </p:nvSpPr>
          <p:spPr bwMode="auto">
            <a:xfrm flipH="1">
              <a:off x="5107008" y="2570874"/>
              <a:ext cx="707399" cy="707399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 sz="1100"/>
            </a:p>
          </p:txBody>
        </p:sp>
        <p:grpSp>
          <p:nvGrpSpPr>
            <p:cNvPr id="1105957570" name="Google Shape;1245;p60"/>
            <p:cNvGrpSpPr/>
            <p:nvPr/>
          </p:nvGrpSpPr>
          <p:grpSpPr bwMode="auto">
            <a:xfrm>
              <a:off x="5263374" y="2723587"/>
              <a:ext cx="394650" cy="401973"/>
              <a:chOff x="6376549" y="3227625"/>
              <a:chExt cx="394650" cy="401973"/>
            </a:xfrm>
          </p:grpSpPr>
          <p:sp>
            <p:nvSpPr>
              <p:cNvPr id="1903381684" name="Google Shape;1246;p60"/>
              <p:cNvSpPr/>
              <p:nvPr/>
            </p:nvSpPr>
            <p:spPr bwMode="auto">
              <a:xfrm>
                <a:off x="6376549" y="3227625"/>
                <a:ext cx="394650" cy="401973"/>
              </a:xfrm>
              <a:custGeom>
                <a:avLst/>
                <a:gdLst/>
                <a:ahLst/>
                <a:cxnLst/>
                <a:rect l="l" t="t" r="r" b="b"/>
                <a:pathLst>
                  <a:path w="15786" h="16079" fill="norm" stroke="1" extrusionOk="0">
                    <a:moveTo>
                      <a:pt x="3342" y="3457"/>
                    </a:moveTo>
                    <a:lnTo>
                      <a:pt x="3342" y="4436"/>
                    </a:lnTo>
                    <a:lnTo>
                      <a:pt x="2363" y="4436"/>
                    </a:lnTo>
                    <a:lnTo>
                      <a:pt x="3342" y="3457"/>
                    </a:lnTo>
                    <a:close/>
                    <a:moveTo>
                      <a:pt x="10889" y="5761"/>
                    </a:moveTo>
                    <a:lnTo>
                      <a:pt x="10889" y="6165"/>
                    </a:lnTo>
                    <a:cubicBezTo>
                      <a:pt x="10889" y="6338"/>
                      <a:pt x="10774" y="6453"/>
                      <a:pt x="10601" y="6453"/>
                    </a:cubicBezTo>
                    <a:lnTo>
                      <a:pt x="9967" y="6453"/>
                    </a:lnTo>
                    <a:cubicBezTo>
                      <a:pt x="9794" y="6453"/>
                      <a:pt x="9679" y="6338"/>
                      <a:pt x="9679" y="6165"/>
                    </a:cubicBezTo>
                    <a:lnTo>
                      <a:pt x="9679" y="5761"/>
                    </a:lnTo>
                    <a:close/>
                    <a:moveTo>
                      <a:pt x="12387" y="7893"/>
                    </a:moveTo>
                    <a:lnTo>
                      <a:pt x="12733" y="8239"/>
                    </a:lnTo>
                    <a:cubicBezTo>
                      <a:pt x="12675" y="8296"/>
                      <a:pt x="12560" y="8296"/>
                      <a:pt x="12445" y="8296"/>
                    </a:cubicBezTo>
                    <a:cubicBezTo>
                      <a:pt x="12387" y="8316"/>
                      <a:pt x="12336" y="8322"/>
                      <a:pt x="12291" y="8322"/>
                    </a:cubicBezTo>
                    <a:cubicBezTo>
                      <a:pt x="12201" y="8322"/>
                      <a:pt x="12137" y="8296"/>
                      <a:pt x="12099" y="8296"/>
                    </a:cubicBezTo>
                    <a:lnTo>
                      <a:pt x="12387" y="7893"/>
                    </a:lnTo>
                    <a:close/>
                    <a:moveTo>
                      <a:pt x="1789" y="9087"/>
                    </a:moveTo>
                    <a:cubicBezTo>
                      <a:pt x="1864" y="9087"/>
                      <a:pt x="1902" y="9171"/>
                      <a:pt x="1902" y="9218"/>
                    </a:cubicBezTo>
                    <a:lnTo>
                      <a:pt x="1902" y="9794"/>
                    </a:lnTo>
                    <a:lnTo>
                      <a:pt x="1614" y="9794"/>
                    </a:lnTo>
                    <a:lnTo>
                      <a:pt x="1614" y="9218"/>
                    </a:lnTo>
                    <a:cubicBezTo>
                      <a:pt x="1614" y="9160"/>
                      <a:pt x="1671" y="9103"/>
                      <a:pt x="1729" y="9103"/>
                    </a:cubicBezTo>
                    <a:cubicBezTo>
                      <a:pt x="1751" y="9092"/>
                      <a:pt x="1771" y="9087"/>
                      <a:pt x="1789" y="9087"/>
                    </a:cubicBezTo>
                    <a:close/>
                    <a:moveTo>
                      <a:pt x="14807" y="9909"/>
                    </a:moveTo>
                    <a:lnTo>
                      <a:pt x="15152" y="10255"/>
                    </a:lnTo>
                    <a:lnTo>
                      <a:pt x="14864" y="10601"/>
                    </a:lnTo>
                    <a:cubicBezTo>
                      <a:pt x="14691" y="10428"/>
                      <a:pt x="14691" y="10140"/>
                      <a:pt x="14807" y="9909"/>
                    </a:cubicBezTo>
                    <a:close/>
                    <a:moveTo>
                      <a:pt x="11541" y="10719"/>
                    </a:moveTo>
                    <a:cubicBezTo>
                      <a:pt x="11772" y="10719"/>
                      <a:pt x="12010" y="10793"/>
                      <a:pt x="12214" y="10946"/>
                    </a:cubicBezTo>
                    <a:cubicBezTo>
                      <a:pt x="12617" y="11292"/>
                      <a:pt x="12675" y="11926"/>
                      <a:pt x="12329" y="12387"/>
                    </a:cubicBezTo>
                    <a:cubicBezTo>
                      <a:pt x="12099" y="12617"/>
                      <a:pt x="11753" y="12732"/>
                      <a:pt x="11408" y="12732"/>
                    </a:cubicBezTo>
                    <a:cubicBezTo>
                      <a:pt x="11235" y="12675"/>
                      <a:pt x="11004" y="12617"/>
                      <a:pt x="10889" y="12502"/>
                    </a:cubicBezTo>
                    <a:cubicBezTo>
                      <a:pt x="10486" y="12099"/>
                      <a:pt x="10428" y="11465"/>
                      <a:pt x="10774" y="11062"/>
                    </a:cubicBezTo>
                    <a:cubicBezTo>
                      <a:pt x="10967" y="10837"/>
                      <a:pt x="11249" y="10719"/>
                      <a:pt x="11541" y="10719"/>
                    </a:cubicBezTo>
                    <a:close/>
                    <a:moveTo>
                      <a:pt x="7605" y="3111"/>
                    </a:moveTo>
                    <a:cubicBezTo>
                      <a:pt x="7720" y="3860"/>
                      <a:pt x="8181" y="4552"/>
                      <a:pt x="8930" y="4955"/>
                    </a:cubicBezTo>
                    <a:lnTo>
                      <a:pt x="8873" y="4955"/>
                    </a:lnTo>
                    <a:lnTo>
                      <a:pt x="8873" y="5185"/>
                    </a:lnTo>
                    <a:cubicBezTo>
                      <a:pt x="8873" y="5416"/>
                      <a:pt x="8988" y="5589"/>
                      <a:pt x="9218" y="5704"/>
                    </a:cubicBezTo>
                    <a:lnTo>
                      <a:pt x="9218" y="6165"/>
                    </a:lnTo>
                    <a:cubicBezTo>
                      <a:pt x="9218" y="6592"/>
                      <a:pt x="9565" y="6920"/>
                      <a:pt x="9936" y="6920"/>
                    </a:cubicBezTo>
                    <a:cubicBezTo>
                      <a:pt x="9966" y="6920"/>
                      <a:pt x="9995" y="6918"/>
                      <a:pt x="10025" y="6914"/>
                    </a:cubicBezTo>
                    <a:lnTo>
                      <a:pt x="10025" y="14000"/>
                    </a:lnTo>
                    <a:lnTo>
                      <a:pt x="2593" y="14000"/>
                    </a:lnTo>
                    <a:lnTo>
                      <a:pt x="2593" y="10255"/>
                    </a:lnTo>
                    <a:cubicBezTo>
                      <a:pt x="2708" y="10255"/>
                      <a:pt x="2824" y="10197"/>
                      <a:pt x="2824" y="10082"/>
                    </a:cubicBezTo>
                    <a:cubicBezTo>
                      <a:pt x="2881" y="9967"/>
                      <a:pt x="2766" y="9794"/>
                      <a:pt x="2593" y="9794"/>
                    </a:cubicBezTo>
                    <a:lnTo>
                      <a:pt x="2420" y="9794"/>
                    </a:lnTo>
                    <a:lnTo>
                      <a:pt x="2420" y="9218"/>
                    </a:lnTo>
                    <a:cubicBezTo>
                      <a:pt x="2420" y="8988"/>
                      <a:pt x="2247" y="8757"/>
                      <a:pt x="2017" y="8642"/>
                    </a:cubicBezTo>
                    <a:lnTo>
                      <a:pt x="2017" y="4897"/>
                    </a:lnTo>
                    <a:lnTo>
                      <a:pt x="3630" y="4897"/>
                    </a:lnTo>
                    <a:cubicBezTo>
                      <a:pt x="3745" y="4897"/>
                      <a:pt x="3861" y="4782"/>
                      <a:pt x="3861" y="4667"/>
                    </a:cubicBezTo>
                    <a:lnTo>
                      <a:pt x="3861" y="3111"/>
                    </a:lnTo>
                    <a:close/>
                    <a:moveTo>
                      <a:pt x="13136" y="8527"/>
                    </a:moveTo>
                    <a:lnTo>
                      <a:pt x="14403" y="9621"/>
                    </a:lnTo>
                    <a:cubicBezTo>
                      <a:pt x="14173" y="10025"/>
                      <a:pt x="14231" y="10601"/>
                      <a:pt x="14519" y="10946"/>
                    </a:cubicBezTo>
                    <a:lnTo>
                      <a:pt x="11292" y="14806"/>
                    </a:lnTo>
                    <a:cubicBezTo>
                      <a:pt x="11062" y="14691"/>
                      <a:pt x="10831" y="14633"/>
                      <a:pt x="10601" y="14633"/>
                    </a:cubicBezTo>
                    <a:cubicBezTo>
                      <a:pt x="10371" y="14633"/>
                      <a:pt x="10140" y="14749"/>
                      <a:pt x="9910" y="14922"/>
                    </a:cubicBezTo>
                    <a:lnTo>
                      <a:pt x="9449" y="14461"/>
                    </a:lnTo>
                    <a:lnTo>
                      <a:pt x="10255" y="14461"/>
                    </a:lnTo>
                    <a:cubicBezTo>
                      <a:pt x="10371" y="14461"/>
                      <a:pt x="10486" y="14345"/>
                      <a:pt x="10486" y="14230"/>
                    </a:cubicBezTo>
                    <a:lnTo>
                      <a:pt x="10486" y="12790"/>
                    </a:lnTo>
                    <a:cubicBezTo>
                      <a:pt x="10780" y="13057"/>
                      <a:pt x="11149" y="13188"/>
                      <a:pt x="11517" y="13188"/>
                    </a:cubicBezTo>
                    <a:cubicBezTo>
                      <a:pt x="11942" y="13188"/>
                      <a:pt x="12366" y="13014"/>
                      <a:pt x="12675" y="12675"/>
                    </a:cubicBezTo>
                    <a:cubicBezTo>
                      <a:pt x="13194" y="12041"/>
                      <a:pt x="13078" y="11119"/>
                      <a:pt x="12502" y="10543"/>
                    </a:cubicBezTo>
                    <a:cubicBezTo>
                      <a:pt x="12239" y="10333"/>
                      <a:pt x="11917" y="10231"/>
                      <a:pt x="11589" y="10231"/>
                    </a:cubicBezTo>
                    <a:cubicBezTo>
                      <a:pt x="11198" y="10231"/>
                      <a:pt x="10799" y="10376"/>
                      <a:pt x="10486" y="10658"/>
                    </a:cubicBezTo>
                    <a:lnTo>
                      <a:pt x="10486" y="10140"/>
                    </a:lnTo>
                    <a:lnTo>
                      <a:pt x="11753" y="8642"/>
                    </a:lnTo>
                    <a:cubicBezTo>
                      <a:pt x="11922" y="8738"/>
                      <a:pt x="12120" y="8784"/>
                      <a:pt x="12323" y="8784"/>
                    </a:cubicBezTo>
                    <a:cubicBezTo>
                      <a:pt x="12607" y="8784"/>
                      <a:pt x="12901" y="8695"/>
                      <a:pt x="13136" y="8527"/>
                    </a:cubicBezTo>
                    <a:close/>
                    <a:moveTo>
                      <a:pt x="10659" y="15094"/>
                    </a:moveTo>
                    <a:cubicBezTo>
                      <a:pt x="10774" y="15094"/>
                      <a:pt x="10889" y="15094"/>
                      <a:pt x="11004" y="15152"/>
                    </a:cubicBezTo>
                    <a:lnTo>
                      <a:pt x="10716" y="15498"/>
                    </a:lnTo>
                    <a:lnTo>
                      <a:pt x="10313" y="15210"/>
                    </a:lnTo>
                    <a:cubicBezTo>
                      <a:pt x="10428" y="15152"/>
                      <a:pt x="10543" y="15094"/>
                      <a:pt x="10659" y="15094"/>
                    </a:cubicBezTo>
                    <a:close/>
                    <a:moveTo>
                      <a:pt x="10255" y="0"/>
                    </a:moveTo>
                    <a:cubicBezTo>
                      <a:pt x="9564" y="0"/>
                      <a:pt x="8930" y="288"/>
                      <a:pt x="8412" y="807"/>
                    </a:cubicBezTo>
                    <a:cubicBezTo>
                      <a:pt x="7951" y="1268"/>
                      <a:pt x="7663" y="1902"/>
                      <a:pt x="7663" y="2593"/>
                    </a:cubicBezTo>
                    <a:lnTo>
                      <a:pt x="3572" y="2593"/>
                    </a:lnTo>
                    <a:cubicBezTo>
                      <a:pt x="3515" y="2593"/>
                      <a:pt x="3457" y="2650"/>
                      <a:pt x="3457" y="2708"/>
                    </a:cubicBezTo>
                    <a:lnTo>
                      <a:pt x="1614" y="4494"/>
                    </a:lnTo>
                    <a:cubicBezTo>
                      <a:pt x="1614" y="4494"/>
                      <a:pt x="1556" y="4609"/>
                      <a:pt x="1556" y="4667"/>
                    </a:cubicBezTo>
                    <a:lnTo>
                      <a:pt x="1556" y="8642"/>
                    </a:lnTo>
                    <a:cubicBezTo>
                      <a:pt x="1326" y="8700"/>
                      <a:pt x="1095" y="8988"/>
                      <a:pt x="1095" y="9276"/>
                    </a:cubicBezTo>
                    <a:lnTo>
                      <a:pt x="1095" y="9794"/>
                    </a:lnTo>
                    <a:lnTo>
                      <a:pt x="865" y="9794"/>
                    </a:lnTo>
                    <a:cubicBezTo>
                      <a:pt x="865" y="9794"/>
                      <a:pt x="1" y="10197"/>
                      <a:pt x="1" y="10658"/>
                    </a:cubicBezTo>
                    <a:lnTo>
                      <a:pt x="1" y="11926"/>
                    </a:lnTo>
                    <a:cubicBezTo>
                      <a:pt x="1" y="12070"/>
                      <a:pt x="130" y="12142"/>
                      <a:pt x="253" y="12142"/>
                    </a:cubicBezTo>
                    <a:cubicBezTo>
                      <a:pt x="375" y="12142"/>
                      <a:pt x="490" y="12070"/>
                      <a:pt x="461" y="11926"/>
                    </a:cubicBezTo>
                    <a:lnTo>
                      <a:pt x="461" y="10658"/>
                    </a:lnTo>
                    <a:cubicBezTo>
                      <a:pt x="461" y="10428"/>
                      <a:pt x="865" y="10255"/>
                      <a:pt x="865" y="10255"/>
                    </a:cubicBezTo>
                    <a:lnTo>
                      <a:pt x="922" y="10255"/>
                    </a:lnTo>
                    <a:lnTo>
                      <a:pt x="922" y="12444"/>
                    </a:lnTo>
                    <a:cubicBezTo>
                      <a:pt x="922" y="12617"/>
                      <a:pt x="1038" y="12704"/>
                      <a:pt x="1153" y="12704"/>
                    </a:cubicBezTo>
                    <a:cubicBezTo>
                      <a:pt x="1268" y="12704"/>
                      <a:pt x="1383" y="12617"/>
                      <a:pt x="1383" y="12444"/>
                    </a:cubicBezTo>
                    <a:lnTo>
                      <a:pt x="1383" y="10255"/>
                    </a:lnTo>
                    <a:lnTo>
                      <a:pt x="2132" y="10255"/>
                    </a:lnTo>
                    <a:lnTo>
                      <a:pt x="2132" y="14403"/>
                    </a:lnTo>
                    <a:cubicBezTo>
                      <a:pt x="2132" y="14576"/>
                      <a:pt x="2017" y="14749"/>
                      <a:pt x="1844" y="14806"/>
                    </a:cubicBezTo>
                    <a:cubicBezTo>
                      <a:pt x="1820" y="14812"/>
                      <a:pt x="1795" y="14815"/>
                      <a:pt x="1771" y="14815"/>
                    </a:cubicBezTo>
                    <a:cubicBezTo>
                      <a:pt x="1568" y="14815"/>
                      <a:pt x="1383" y="14609"/>
                      <a:pt x="1383" y="14403"/>
                    </a:cubicBezTo>
                    <a:lnTo>
                      <a:pt x="1383" y="13712"/>
                    </a:lnTo>
                    <a:cubicBezTo>
                      <a:pt x="1383" y="13568"/>
                      <a:pt x="1268" y="13496"/>
                      <a:pt x="1153" y="13496"/>
                    </a:cubicBezTo>
                    <a:cubicBezTo>
                      <a:pt x="1038" y="13496"/>
                      <a:pt x="922" y="13568"/>
                      <a:pt x="922" y="13712"/>
                    </a:cubicBezTo>
                    <a:lnTo>
                      <a:pt x="922" y="14461"/>
                    </a:lnTo>
                    <a:cubicBezTo>
                      <a:pt x="922" y="14806"/>
                      <a:pt x="1153" y="15152"/>
                      <a:pt x="1498" y="15210"/>
                    </a:cubicBezTo>
                    <a:lnTo>
                      <a:pt x="1498" y="15786"/>
                    </a:lnTo>
                    <a:cubicBezTo>
                      <a:pt x="1498" y="15901"/>
                      <a:pt x="1614" y="16016"/>
                      <a:pt x="1729" y="16016"/>
                    </a:cubicBezTo>
                    <a:cubicBezTo>
                      <a:pt x="1844" y="16016"/>
                      <a:pt x="1959" y="15901"/>
                      <a:pt x="1959" y="15786"/>
                    </a:cubicBezTo>
                    <a:lnTo>
                      <a:pt x="1959" y="15210"/>
                    </a:lnTo>
                    <a:cubicBezTo>
                      <a:pt x="2305" y="15152"/>
                      <a:pt x="2593" y="14806"/>
                      <a:pt x="2593" y="14461"/>
                    </a:cubicBezTo>
                    <a:lnTo>
                      <a:pt x="8700" y="14461"/>
                    </a:lnTo>
                    <a:lnTo>
                      <a:pt x="10543" y="16016"/>
                    </a:lnTo>
                    <a:cubicBezTo>
                      <a:pt x="10587" y="16060"/>
                      <a:pt x="10640" y="16079"/>
                      <a:pt x="10691" y="16079"/>
                    </a:cubicBezTo>
                    <a:cubicBezTo>
                      <a:pt x="10774" y="16079"/>
                      <a:pt x="10853" y="16030"/>
                      <a:pt x="10889" y="15959"/>
                    </a:cubicBezTo>
                    <a:lnTo>
                      <a:pt x="15728" y="10370"/>
                    </a:lnTo>
                    <a:cubicBezTo>
                      <a:pt x="15786" y="10255"/>
                      <a:pt x="15786" y="10082"/>
                      <a:pt x="15671" y="10025"/>
                    </a:cubicBezTo>
                    <a:lnTo>
                      <a:pt x="12502" y="7375"/>
                    </a:lnTo>
                    <a:cubicBezTo>
                      <a:pt x="12478" y="7351"/>
                      <a:pt x="12435" y="7337"/>
                      <a:pt x="12384" y="7337"/>
                    </a:cubicBezTo>
                    <a:cubicBezTo>
                      <a:pt x="12311" y="7337"/>
                      <a:pt x="12224" y="7365"/>
                      <a:pt x="12157" y="7432"/>
                    </a:cubicBezTo>
                    <a:lnTo>
                      <a:pt x="10486" y="9391"/>
                    </a:lnTo>
                    <a:lnTo>
                      <a:pt x="10486" y="6914"/>
                    </a:lnTo>
                    <a:cubicBezTo>
                      <a:pt x="10520" y="6918"/>
                      <a:pt x="10553" y="6920"/>
                      <a:pt x="10586" y="6920"/>
                    </a:cubicBezTo>
                    <a:cubicBezTo>
                      <a:pt x="11004" y="6920"/>
                      <a:pt x="11350" y="6592"/>
                      <a:pt x="11350" y="6165"/>
                    </a:cubicBezTo>
                    <a:lnTo>
                      <a:pt x="11350" y="5646"/>
                    </a:lnTo>
                    <a:cubicBezTo>
                      <a:pt x="11523" y="5589"/>
                      <a:pt x="11638" y="5416"/>
                      <a:pt x="11638" y="5185"/>
                    </a:cubicBezTo>
                    <a:lnTo>
                      <a:pt x="11638" y="4897"/>
                    </a:lnTo>
                    <a:cubicBezTo>
                      <a:pt x="12445" y="4436"/>
                      <a:pt x="12905" y="3572"/>
                      <a:pt x="12905" y="2650"/>
                    </a:cubicBezTo>
                    <a:cubicBezTo>
                      <a:pt x="12905" y="2074"/>
                      <a:pt x="12733" y="1498"/>
                      <a:pt x="12387" y="1037"/>
                    </a:cubicBezTo>
                    <a:cubicBezTo>
                      <a:pt x="12342" y="978"/>
                      <a:pt x="12282" y="953"/>
                      <a:pt x="12220" y="953"/>
                    </a:cubicBezTo>
                    <a:cubicBezTo>
                      <a:pt x="12044" y="953"/>
                      <a:pt x="11856" y="1155"/>
                      <a:pt x="11984" y="1325"/>
                    </a:cubicBezTo>
                    <a:cubicBezTo>
                      <a:pt x="12272" y="1729"/>
                      <a:pt x="12445" y="2190"/>
                      <a:pt x="12445" y="2650"/>
                    </a:cubicBezTo>
                    <a:cubicBezTo>
                      <a:pt x="12445" y="3457"/>
                      <a:pt x="11984" y="4206"/>
                      <a:pt x="11292" y="4552"/>
                    </a:cubicBezTo>
                    <a:cubicBezTo>
                      <a:pt x="11235" y="4609"/>
                      <a:pt x="11177" y="4724"/>
                      <a:pt x="11177" y="4782"/>
                    </a:cubicBezTo>
                    <a:lnTo>
                      <a:pt x="11177" y="5185"/>
                    </a:lnTo>
                    <a:cubicBezTo>
                      <a:pt x="11177" y="5185"/>
                      <a:pt x="11120" y="5243"/>
                      <a:pt x="11120" y="5243"/>
                    </a:cubicBezTo>
                    <a:lnTo>
                      <a:pt x="9449" y="5243"/>
                    </a:lnTo>
                    <a:cubicBezTo>
                      <a:pt x="9449" y="5243"/>
                      <a:pt x="9391" y="5243"/>
                      <a:pt x="9391" y="5185"/>
                    </a:cubicBezTo>
                    <a:lnTo>
                      <a:pt x="9391" y="4782"/>
                    </a:lnTo>
                    <a:cubicBezTo>
                      <a:pt x="9391" y="4724"/>
                      <a:pt x="9334" y="4609"/>
                      <a:pt x="9276" y="4609"/>
                    </a:cubicBezTo>
                    <a:cubicBezTo>
                      <a:pt x="8527" y="4206"/>
                      <a:pt x="8124" y="3457"/>
                      <a:pt x="8124" y="2650"/>
                    </a:cubicBezTo>
                    <a:cubicBezTo>
                      <a:pt x="8124" y="1441"/>
                      <a:pt x="9103" y="519"/>
                      <a:pt x="10255" y="461"/>
                    </a:cubicBezTo>
                    <a:cubicBezTo>
                      <a:pt x="10543" y="461"/>
                      <a:pt x="10831" y="519"/>
                      <a:pt x="11120" y="634"/>
                    </a:cubicBezTo>
                    <a:cubicBezTo>
                      <a:pt x="11151" y="647"/>
                      <a:pt x="11181" y="652"/>
                      <a:pt x="11210" y="652"/>
                    </a:cubicBezTo>
                    <a:cubicBezTo>
                      <a:pt x="11440" y="652"/>
                      <a:pt x="11549" y="276"/>
                      <a:pt x="11292" y="173"/>
                    </a:cubicBezTo>
                    <a:cubicBezTo>
                      <a:pt x="10947" y="58"/>
                      <a:pt x="10601" y="0"/>
                      <a:pt x="102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77195595" name="Google Shape;1247;p60"/>
              <p:cNvSpPr/>
              <p:nvPr/>
            </p:nvSpPr>
            <p:spPr bwMode="auto">
              <a:xfrm>
                <a:off x="6471099" y="3483999"/>
                <a:ext cx="105424" cy="73899"/>
              </a:xfrm>
              <a:custGeom>
                <a:avLst/>
                <a:gdLst/>
                <a:ahLst/>
                <a:cxnLst/>
                <a:rect l="l" t="t" r="r" b="b"/>
                <a:pathLst>
                  <a:path w="4217" h="2956" fill="norm" stroke="1" extrusionOk="0">
                    <a:moveTo>
                      <a:pt x="1762" y="0"/>
                    </a:moveTo>
                    <a:cubicBezTo>
                      <a:pt x="1679" y="0"/>
                      <a:pt x="1596" y="19"/>
                      <a:pt x="1519" y="58"/>
                    </a:cubicBezTo>
                    <a:cubicBezTo>
                      <a:pt x="1231" y="231"/>
                      <a:pt x="1058" y="576"/>
                      <a:pt x="885" y="864"/>
                    </a:cubicBezTo>
                    <a:cubicBezTo>
                      <a:pt x="597" y="1440"/>
                      <a:pt x="367" y="2016"/>
                      <a:pt x="79" y="2593"/>
                    </a:cubicBezTo>
                    <a:cubicBezTo>
                      <a:pt x="1" y="2787"/>
                      <a:pt x="159" y="2955"/>
                      <a:pt x="306" y="2955"/>
                    </a:cubicBezTo>
                    <a:cubicBezTo>
                      <a:pt x="377" y="2955"/>
                      <a:pt x="444" y="2916"/>
                      <a:pt x="482" y="2823"/>
                    </a:cubicBezTo>
                    <a:cubicBezTo>
                      <a:pt x="827" y="2132"/>
                      <a:pt x="1116" y="1383"/>
                      <a:pt x="1519" y="691"/>
                    </a:cubicBezTo>
                    <a:cubicBezTo>
                      <a:pt x="1576" y="634"/>
                      <a:pt x="1692" y="519"/>
                      <a:pt x="1749" y="461"/>
                    </a:cubicBezTo>
                    <a:cubicBezTo>
                      <a:pt x="1864" y="461"/>
                      <a:pt x="1692" y="864"/>
                      <a:pt x="1692" y="864"/>
                    </a:cubicBezTo>
                    <a:cubicBezTo>
                      <a:pt x="1519" y="1325"/>
                      <a:pt x="1231" y="1844"/>
                      <a:pt x="1231" y="2362"/>
                    </a:cubicBezTo>
                    <a:cubicBezTo>
                      <a:pt x="1231" y="2598"/>
                      <a:pt x="1424" y="2796"/>
                      <a:pt x="1653" y="2796"/>
                    </a:cubicBezTo>
                    <a:cubicBezTo>
                      <a:pt x="1703" y="2796"/>
                      <a:pt x="1755" y="2786"/>
                      <a:pt x="1807" y="2765"/>
                    </a:cubicBezTo>
                    <a:cubicBezTo>
                      <a:pt x="2153" y="2593"/>
                      <a:pt x="2383" y="2189"/>
                      <a:pt x="2671" y="2016"/>
                    </a:cubicBezTo>
                    <a:cubicBezTo>
                      <a:pt x="2671" y="2016"/>
                      <a:pt x="2729" y="2247"/>
                      <a:pt x="2959" y="2304"/>
                    </a:cubicBezTo>
                    <a:cubicBezTo>
                      <a:pt x="3045" y="2333"/>
                      <a:pt x="3118" y="2348"/>
                      <a:pt x="3182" y="2348"/>
                    </a:cubicBezTo>
                    <a:cubicBezTo>
                      <a:pt x="3247" y="2348"/>
                      <a:pt x="3305" y="2333"/>
                      <a:pt x="3362" y="2304"/>
                    </a:cubicBezTo>
                    <a:cubicBezTo>
                      <a:pt x="3478" y="2247"/>
                      <a:pt x="3593" y="2189"/>
                      <a:pt x="3708" y="2132"/>
                    </a:cubicBezTo>
                    <a:cubicBezTo>
                      <a:pt x="3708" y="2253"/>
                      <a:pt x="3820" y="2327"/>
                      <a:pt x="3935" y="2327"/>
                    </a:cubicBezTo>
                    <a:cubicBezTo>
                      <a:pt x="4037" y="2327"/>
                      <a:pt x="4142" y="2268"/>
                      <a:pt x="4169" y="2132"/>
                    </a:cubicBezTo>
                    <a:cubicBezTo>
                      <a:pt x="4216" y="1847"/>
                      <a:pt x="3991" y="1641"/>
                      <a:pt x="3717" y="1641"/>
                    </a:cubicBezTo>
                    <a:cubicBezTo>
                      <a:pt x="3658" y="1641"/>
                      <a:pt x="3596" y="1650"/>
                      <a:pt x="3535" y="1671"/>
                    </a:cubicBezTo>
                    <a:cubicBezTo>
                      <a:pt x="3420" y="1728"/>
                      <a:pt x="3247" y="1844"/>
                      <a:pt x="3132" y="1901"/>
                    </a:cubicBezTo>
                    <a:cubicBezTo>
                      <a:pt x="3132" y="1786"/>
                      <a:pt x="3074" y="1728"/>
                      <a:pt x="2959" y="1613"/>
                    </a:cubicBezTo>
                    <a:cubicBezTo>
                      <a:pt x="2875" y="1546"/>
                      <a:pt x="2790" y="1518"/>
                      <a:pt x="2707" y="1518"/>
                    </a:cubicBezTo>
                    <a:cubicBezTo>
                      <a:pt x="2507" y="1518"/>
                      <a:pt x="2315" y="1681"/>
                      <a:pt x="2153" y="1844"/>
                    </a:cubicBezTo>
                    <a:cubicBezTo>
                      <a:pt x="1980" y="1959"/>
                      <a:pt x="1922" y="2074"/>
                      <a:pt x="1749" y="2189"/>
                    </a:cubicBezTo>
                    <a:cubicBezTo>
                      <a:pt x="1864" y="1844"/>
                      <a:pt x="1980" y="1498"/>
                      <a:pt x="2095" y="1152"/>
                    </a:cubicBezTo>
                    <a:cubicBezTo>
                      <a:pt x="2210" y="864"/>
                      <a:pt x="2325" y="519"/>
                      <a:pt x="2210" y="231"/>
                    </a:cubicBezTo>
                    <a:cubicBezTo>
                      <a:pt x="2095" y="77"/>
                      <a:pt x="1928" y="0"/>
                      <a:pt x="17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852211111" name="Google Shape;1248;p60"/>
              <p:cNvSpPr/>
              <p:nvPr/>
            </p:nvSpPr>
            <p:spPr bwMode="auto">
              <a:xfrm>
                <a:off x="6494649" y="3357249"/>
                <a:ext cx="64849" cy="12974"/>
              </a:xfrm>
              <a:custGeom>
                <a:avLst/>
                <a:gdLst/>
                <a:ahLst/>
                <a:cxnLst/>
                <a:rect l="l" t="t" r="r" b="b"/>
                <a:pathLst>
                  <a:path w="2594" h="519" fill="norm" stroke="1" extrusionOk="0">
                    <a:moveTo>
                      <a:pt x="289" y="0"/>
                    </a:moveTo>
                    <a:cubicBezTo>
                      <a:pt x="174" y="0"/>
                      <a:pt x="58" y="116"/>
                      <a:pt x="58" y="231"/>
                    </a:cubicBezTo>
                    <a:cubicBezTo>
                      <a:pt x="1" y="404"/>
                      <a:pt x="116" y="519"/>
                      <a:pt x="289" y="519"/>
                    </a:cubicBezTo>
                    <a:lnTo>
                      <a:pt x="2363" y="519"/>
                    </a:lnTo>
                    <a:cubicBezTo>
                      <a:pt x="2478" y="519"/>
                      <a:pt x="2593" y="404"/>
                      <a:pt x="2593" y="288"/>
                    </a:cubicBezTo>
                    <a:cubicBezTo>
                      <a:pt x="2593" y="116"/>
                      <a:pt x="2478" y="0"/>
                      <a:pt x="23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288379706" name="Google Shape;1249;p60"/>
              <p:cNvSpPr/>
              <p:nvPr/>
            </p:nvSpPr>
            <p:spPr bwMode="auto">
              <a:xfrm>
                <a:off x="6458649" y="3390374"/>
                <a:ext cx="139725" cy="12974"/>
              </a:xfrm>
              <a:custGeom>
                <a:avLst/>
                <a:gdLst/>
                <a:ahLst/>
                <a:cxnLst/>
                <a:rect l="l" t="t" r="r" b="b"/>
                <a:pathLst>
                  <a:path w="5589" h="519" fill="norm" stroke="1" extrusionOk="0">
                    <a:moveTo>
                      <a:pt x="231" y="0"/>
                    </a:moveTo>
                    <a:cubicBezTo>
                      <a:pt x="116" y="0"/>
                      <a:pt x="0" y="116"/>
                      <a:pt x="0" y="231"/>
                    </a:cubicBezTo>
                    <a:cubicBezTo>
                      <a:pt x="0" y="404"/>
                      <a:pt x="116" y="519"/>
                      <a:pt x="231" y="519"/>
                    </a:cubicBezTo>
                    <a:lnTo>
                      <a:pt x="5301" y="519"/>
                    </a:lnTo>
                    <a:cubicBezTo>
                      <a:pt x="5589" y="519"/>
                      <a:pt x="5589" y="0"/>
                      <a:pt x="53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882811485" name="Google Shape;1250;p60"/>
              <p:cNvSpPr/>
              <p:nvPr/>
            </p:nvSpPr>
            <p:spPr bwMode="auto">
              <a:xfrm>
                <a:off x="6457199" y="3423499"/>
                <a:ext cx="141174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5647" h="462" fill="norm" stroke="1" extrusionOk="0">
                    <a:moveTo>
                      <a:pt x="289" y="0"/>
                    </a:moveTo>
                    <a:cubicBezTo>
                      <a:pt x="1" y="0"/>
                      <a:pt x="1" y="461"/>
                      <a:pt x="289" y="461"/>
                    </a:cubicBezTo>
                    <a:lnTo>
                      <a:pt x="5359" y="461"/>
                    </a:lnTo>
                    <a:cubicBezTo>
                      <a:pt x="5647" y="461"/>
                      <a:pt x="5647" y="0"/>
                      <a:pt x="5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216837736" name="Google Shape;1251;p60"/>
              <p:cNvSpPr/>
              <p:nvPr/>
            </p:nvSpPr>
            <p:spPr bwMode="auto">
              <a:xfrm>
                <a:off x="6457199" y="3453750"/>
                <a:ext cx="141174" cy="12974"/>
              </a:xfrm>
              <a:custGeom>
                <a:avLst/>
                <a:gdLst/>
                <a:ahLst/>
                <a:cxnLst/>
                <a:rect l="l" t="t" r="r" b="b"/>
                <a:pathLst>
                  <a:path w="5647" h="519" fill="norm" stroke="1" extrusionOk="0">
                    <a:moveTo>
                      <a:pt x="289" y="0"/>
                    </a:moveTo>
                    <a:cubicBezTo>
                      <a:pt x="1" y="0"/>
                      <a:pt x="1" y="519"/>
                      <a:pt x="289" y="519"/>
                    </a:cubicBezTo>
                    <a:lnTo>
                      <a:pt x="5359" y="519"/>
                    </a:lnTo>
                    <a:cubicBezTo>
                      <a:pt x="5647" y="519"/>
                      <a:pt x="5647" y="0"/>
                      <a:pt x="53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492233468" name="Google Shape;1252;p60"/>
              <p:cNvSpPr/>
              <p:nvPr/>
            </p:nvSpPr>
            <p:spPr bwMode="auto">
              <a:xfrm>
                <a:off x="6599799" y="3263274"/>
                <a:ext cx="67699" cy="61798"/>
              </a:xfrm>
              <a:custGeom>
                <a:avLst/>
                <a:gdLst/>
                <a:ahLst/>
                <a:cxnLst/>
                <a:rect l="l" t="t" r="r" b="b"/>
                <a:pathLst>
                  <a:path w="2708" h="2472" fill="norm" stroke="1" extrusionOk="0">
                    <a:moveTo>
                      <a:pt x="1383" y="764"/>
                    </a:moveTo>
                    <a:lnTo>
                      <a:pt x="1498" y="994"/>
                    </a:lnTo>
                    <a:cubicBezTo>
                      <a:pt x="1498" y="1052"/>
                      <a:pt x="1556" y="1109"/>
                      <a:pt x="1671" y="1109"/>
                    </a:cubicBezTo>
                    <a:lnTo>
                      <a:pt x="1901" y="1167"/>
                    </a:lnTo>
                    <a:lnTo>
                      <a:pt x="1729" y="1340"/>
                    </a:lnTo>
                    <a:cubicBezTo>
                      <a:pt x="1671" y="1397"/>
                      <a:pt x="1613" y="1455"/>
                      <a:pt x="1671" y="1570"/>
                    </a:cubicBezTo>
                    <a:lnTo>
                      <a:pt x="1671" y="1801"/>
                    </a:lnTo>
                    <a:lnTo>
                      <a:pt x="1441" y="1685"/>
                    </a:lnTo>
                    <a:cubicBezTo>
                      <a:pt x="1412" y="1657"/>
                      <a:pt x="1383" y="1642"/>
                      <a:pt x="1354" y="1642"/>
                    </a:cubicBezTo>
                    <a:cubicBezTo>
                      <a:pt x="1325" y="1642"/>
                      <a:pt x="1297" y="1657"/>
                      <a:pt x="1268" y="1685"/>
                    </a:cubicBezTo>
                    <a:lnTo>
                      <a:pt x="1037" y="1801"/>
                    </a:lnTo>
                    <a:lnTo>
                      <a:pt x="1037" y="1570"/>
                    </a:lnTo>
                    <a:cubicBezTo>
                      <a:pt x="1095" y="1455"/>
                      <a:pt x="1037" y="1397"/>
                      <a:pt x="980" y="1340"/>
                    </a:cubicBezTo>
                    <a:lnTo>
                      <a:pt x="807" y="1167"/>
                    </a:lnTo>
                    <a:lnTo>
                      <a:pt x="1095" y="1109"/>
                    </a:lnTo>
                    <a:cubicBezTo>
                      <a:pt x="1153" y="1109"/>
                      <a:pt x="1210" y="1052"/>
                      <a:pt x="1268" y="994"/>
                    </a:cubicBezTo>
                    <a:lnTo>
                      <a:pt x="1383" y="764"/>
                    </a:lnTo>
                    <a:close/>
                    <a:moveTo>
                      <a:pt x="1354" y="0"/>
                    </a:moveTo>
                    <a:cubicBezTo>
                      <a:pt x="1268" y="0"/>
                      <a:pt x="1181" y="43"/>
                      <a:pt x="1153" y="130"/>
                    </a:cubicBezTo>
                    <a:lnTo>
                      <a:pt x="864" y="648"/>
                    </a:lnTo>
                    <a:lnTo>
                      <a:pt x="288" y="764"/>
                    </a:lnTo>
                    <a:cubicBezTo>
                      <a:pt x="58" y="764"/>
                      <a:pt x="0" y="994"/>
                      <a:pt x="116" y="1167"/>
                    </a:cubicBezTo>
                    <a:lnTo>
                      <a:pt x="576" y="1570"/>
                    </a:lnTo>
                    <a:lnTo>
                      <a:pt x="461" y="2204"/>
                    </a:lnTo>
                    <a:cubicBezTo>
                      <a:pt x="461" y="2338"/>
                      <a:pt x="565" y="2472"/>
                      <a:pt x="692" y="2472"/>
                    </a:cubicBezTo>
                    <a:cubicBezTo>
                      <a:pt x="729" y="2472"/>
                      <a:pt x="768" y="2460"/>
                      <a:pt x="807" y="2434"/>
                    </a:cubicBezTo>
                    <a:lnTo>
                      <a:pt x="1325" y="2146"/>
                    </a:lnTo>
                    <a:lnTo>
                      <a:pt x="1901" y="2434"/>
                    </a:lnTo>
                    <a:cubicBezTo>
                      <a:pt x="1940" y="2460"/>
                      <a:pt x="1979" y="2472"/>
                      <a:pt x="2016" y="2472"/>
                    </a:cubicBezTo>
                    <a:cubicBezTo>
                      <a:pt x="2143" y="2472"/>
                      <a:pt x="2247" y="2338"/>
                      <a:pt x="2247" y="2204"/>
                    </a:cubicBezTo>
                    <a:lnTo>
                      <a:pt x="2132" y="1570"/>
                    </a:lnTo>
                    <a:lnTo>
                      <a:pt x="2593" y="1167"/>
                    </a:lnTo>
                    <a:cubicBezTo>
                      <a:pt x="2708" y="994"/>
                      <a:pt x="2650" y="764"/>
                      <a:pt x="2420" y="764"/>
                    </a:cubicBezTo>
                    <a:lnTo>
                      <a:pt x="1844" y="648"/>
                    </a:lnTo>
                    <a:lnTo>
                      <a:pt x="1556" y="130"/>
                    </a:lnTo>
                    <a:cubicBezTo>
                      <a:pt x="1527" y="43"/>
                      <a:pt x="1441" y="0"/>
                      <a:pt x="13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</p:grpSp>
      </p:grpSp>
      <p:sp>
        <p:nvSpPr>
          <p:cNvPr id="1761908989" name="Google Shape;1253;p60"/>
          <p:cNvSpPr txBox="1"/>
          <p:nvPr/>
        </p:nvSpPr>
        <p:spPr bwMode="auto">
          <a:xfrm flipH="1">
            <a:off x="2587511" y="3451198"/>
            <a:ext cx="2148899" cy="38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000" b="1">
                <a:solidFill>
                  <a:schemeClr val="dk2"/>
                </a:solidFill>
                <a:latin typeface="Albert Sans"/>
                <a:ea typeface="Albert Sans"/>
                <a:cs typeface="Albert Sans"/>
              </a:rPr>
              <a:t>Début 2026</a:t>
            </a:r>
            <a:endParaRPr lang="fr-FR" sz="2000" b="1">
              <a:solidFill>
                <a:schemeClr val="dk2"/>
              </a:solidFill>
              <a:latin typeface="Albert Sans"/>
              <a:ea typeface="Albert Sans"/>
              <a:cs typeface="Albert Sans"/>
            </a:endParaRPr>
          </a:p>
        </p:txBody>
      </p:sp>
      <p:sp>
        <p:nvSpPr>
          <p:cNvPr id="745847200" name="Google Shape;1254;p60"/>
          <p:cNvSpPr txBox="1"/>
          <p:nvPr/>
        </p:nvSpPr>
        <p:spPr bwMode="auto">
          <a:xfrm flipH="1">
            <a:off x="2587511" y="1919605"/>
            <a:ext cx="2148899" cy="57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4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Implémentation des</a:t>
            </a:r>
            <a:r>
              <a:rPr lang="fr-FR" sz="14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 transaction bancaire</a:t>
            </a:r>
            <a:endParaRPr lang="fr-FR" sz="1400">
              <a:solidFill>
                <a:schemeClr val="dk1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244161559" name="Google Shape;1255;p60"/>
          <p:cNvGrpSpPr/>
          <p:nvPr/>
        </p:nvGrpSpPr>
        <p:grpSpPr bwMode="auto">
          <a:xfrm>
            <a:off x="3308262" y="2570874"/>
            <a:ext cx="707399" cy="707399"/>
            <a:chOff x="3145172" y="2570874"/>
            <a:chExt cx="707399" cy="707399"/>
          </a:xfrm>
        </p:grpSpPr>
        <p:sp>
          <p:nvSpPr>
            <p:cNvPr id="175121584" name="Google Shape;1256;p60"/>
            <p:cNvSpPr/>
            <p:nvPr/>
          </p:nvSpPr>
          <p:spPr bwMode="auto">
            <a:xfrm flipH="1">
              <a:off x="3145172" y="2570874"/>
              <a:ext cx="707399" cy="7073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 sz="1100"/>
            </a:p>
          </p:txBody>
        </p:sp>
        <p:grpSp>
          <p:nvGrpSpPr>
            <p:cNvPr id="798728544" name="Google Shape;1257;p60"/>
            <p:cNvGrpSpPr/>
            <p:nvPr/>
          </p:nvGrpSpPr>
          <p:grpSpPr bwMode="auto">
            <a:xfrm>
              <a:off x="3297936" y="2723649"/>
              <a:ext cx="401874" cy="401850"/>
              <a:chOff x="5891175" y="3227625"/>
              <a:chExt cx="401874" cy="401850"/>
            </a:xfrm>
          </p:grpSpPr>
          <p:sp>
            <p:nvSpPr>
              <p:cNvPr id="1017042410" name="Google Shape;1258;p60"/>
              <p:cNvSpPr/>
              <p:nvPr/>
            </p:nvSpPr>
            <p:spPr bwMode="auto">
              <a:xfrm>
                <a:off x="6190749" y="3305399"/>
                <a:ext cx="31725" cy="57624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305" fill="norm" stroke="1" extrusionOk="0">
                    <a:moveTo>
                      <a:pt x="635" y="0"/>
                    </a:moveTo>
                    <a:cubicBezTo>
                      <a:pt x="519" y="0"/>
                      <a:pt x="404" y="116"/>
                      <a:pt x="404" y="231"/>
                    </a:cubicBezTo>
                    <a:lnTo>
                      <a:pt x="404" y="288"/>
                    </a:lnTo>
                    <a:cubicBezTo>
                      <a:pt x="231" y="346"/>
                      <a:pt x="116" y="519"/>
                      <a:pt x="116" y="692"/>
                    </a:cubicBezTo>
                    <a:cubicBezTo>
                      <a:pt x="58" y="865"/>
                      <a:pt x="116" y="1037"/>
                      <a:pt x="231" y="1153"/>
                    </a:cubicBezTo>
                    <a:cubicBezTo>
                      <a:pt x="404" y="1210"/>
                      <a:pt x="519" y="1268"/>
                      <a:pt x="692" y="1325"/>
                    </a:cubicBezTo>
                    <a:cubicBezTo>
                      <a:pt x="807" y="1383"/>
                      <a:pt x="750" y="1556"/>
                      <a:pt x="635" y="1556"/>
                    </a:cubicBezTo>
                    <a:lnTo>
                      <a:pt x="635" y="1613"/>
                    </a:lnTo>
                    <a:cubicBezTo>
                      <a:pt x="519" y="1613"/>
                      <a:pt x="519" y="1556"/>
                      <a:pt x="404" y="1498"/>
                    </a:cubicBezTo>
                    <a:cubicBezTo>
                      <a:pt x="387" y="1481"/>
                      <a:pt x="360" y="1474"/>
                      <a:pt x="330" y="1474"/>
                    </a:cubicBezTo>
                    <a:cubicBezTo>
                      <a:pt x="255" y="1474"/>
                      <a:pt x="157" y="1515"/>
                      <a:pt x="116" y="1556"/>
                    </a:cubicBezTo>
                    <a:cubicBezTo>
                      <a:pt x="1" y="1671"/>
                      <a:pt x="1" y="1844"/>
                      <a:pt x="174" y="1902"/>
                    </a:cubicBezTo>
                    <a:cubicBezTo>
                      <a:pt x="231" y="1959"/>
                      <a:pt x="346" y="2017"/>
                      <a:pt x="404" y="2017"/>
                    </a:cubicBezTo>
                    <a:lnTo>
                      <a:pt x="404" y="2074"/>
                    </a:lnTo>
                    <a:cubicBezTo>
                      <a:pt x="404" y="2190"/>
                      <a:pt x="462" y="2305"/>
                      <a:pt x="577" y="2305"/>
                    </a:cubicBezTo>
                    <a:cubicBezTo>
                      <a:pt x="750" y="2305"/>
                      <a:pt x="865" y="2190"/>
                      <a:pt x="865" y="2074"/>
                    </a:cubicBezTo>
                    <a:lnTo>
                      <a:pt x="865" y="2017"/>
                    </a:lnTo>
                    <a:cubicBezTo>
                      <a:pt x="1038" y="1902"/>
                      <a:pt x="1211" y="1729"/>
                      <a:pt x="1211" y="1556"/>
                    </a:cubicBezTo>
                    <a:cubicBezTo>
                      <a:pt x="1268" y="1268"/>
                      <a:pt x="1153" y="1037"/>
                      <a:pt x="865" y="922"/>
                    </a:cubicBezTo>
                    <a:cubicBezTo>
                      <a:pt x="750" y="865"/>
                      <a:pt x="577" y="865"/>
                      <a:pt x="577" y="807"/>
                    </a:cubicBezTo>
                    <a:cubicBezTo>
                      <a:pt x="577" y="739"/>
                      <a:pt x="616" y="711"/>
                      <a:pt x="661" y="711"/>
                    </a:cubicBezTo>
                    <a:cubicBezTo>
                      <a:pt x="692" y="711"/>
                      <a:pt x="726" y="725"/>
                      <a:pt x="750" y="749"/>
                    </a:cubicBezTo>
                    <a:cubicBezTo>
                      <a:pt x="750" y="749"/>
                      <a:pt x="827" y="801"/>
                      <a:pt x="929" y="801"/>
                    </a:cubicBezTo>
                    <a:cubicBezTo>
                      <a:pt x="980" y="801"/>
                      <a:pt x="1038" y="788"/>
                      <a:pt x="1095" y="749"/>
                    </a:cubicBezTo>
                    <a:cubicBezTo>
                      <a:pt x="1211" y="576"/>
                      <a:pt x="1038" y="404"/>
                      <a:pt x="1038" y="404"/>
                    </a:cubicBezTo>
                    <a:cubicBezTo>
                      <a:pt x="1038" y="404"/>
                      <a:pt x="980" y="346"/>
                      <a:pt x="865" y="288"/>
                    </a:cubicBezTo>
                    <a:lnTo>
                      <a:pt x="865" y="231"/>
                    </a:lnTo>
                    <a:cubicBezTo>
                      <a:pt x="865" y="116"/>
                      <a:pt x="807" y="0"/>
                      <a:pt x="6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743934752" name="Google Shape;1259;p60"/>
              <p:cNvSpPr/>
              <p:nvPr/>
            </p:nvSpPr>
            <p:spPr bwMode="auto">
              <a:xfrm>
                <a:off x="6075523" y="3360124"/>
                <a:ext cx="31725" cy="57999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320" fill="norm" stroke="1" extrusionOk="0">
                    <a:moveTo>
                      <a:pt x="692" y="1"/>
                    </a:moveTo>
                    <a:cubicBezTo>
                      <a:pt x="519" y="1"/>
                      <a:pt x="404" y="116"/>
                      <a:pt x="404" y="231"/>
                    </a:cubicBezTo>
                    <a:lnTo>
                      <a:pt x="404" y="289"/>
                    </a:lnTo>
                    <a:cubicBezTo>
                      <a:pt x="231" y="404"/>
                      <a:pt x="116" y="519"/>
                      <a:pt x="116" y="692"/>
                    </a:cubicBezTo>
                    <a:cubicBezTo>
                      <a:pt x="59" y="865"/>
                      <a:pt x="116" y="1038"/>
                      <a:pt x="289" y="1153"/>
                    </a:cubicBezTo>
                    <a:cubicBezTo>
                      <a:pt x="404" y="1268"/>
                      <a:pt x="577" y="1326"/>
                      <a:pt x="750" y="1383"/>
                    </a:cubicBezTo>
                    <a:cubicBezTo>
                      <a:pt x="865" y="1441"/>
                      <a:pt x="750" y="1614"/>
                      <a:pt x="635" y="1614"/>
                    </a:cubicBezTo>
                    <a:cubicBezTo>
                      <a:pt x="577" y="1614"/>
                      <a:pt x="519" y="1614"/>
                      <a:pt x="462" y="1556"/>
                    </a:cubicBezTo>
                    <a:cubicBezTo>
                      <a:pt x="404" y="1527"/>
                      <a:pt x="347" y="1513"/>
                      <a:pt x="289" y="1513"/>
                    </a:cubicBezTo>
                    <a:cubicBezTo>
                      <a:pt x="231" y="1513"/>
                      <a:pt x="174" y="1527"/>
                      <a:pt x="116" y="1556"/>
                    </a:cubicBezTo>
                    <a:cubicBezTo>
                      <a:pt x="1" y="1671"/>
                      <a:pt x="59" y="1844"/>
                      <a:pt x="174" y="1959"/>
                    </a:cubicBezTo>
                    <a:cubicBezTo>
                      <a:pt x="289" y="2017"/>
                      <a:pt x="347" y="2017"/>
                      <a:pt x="404" y="2075"/>
                    </a:cubicBezTo>
                    <a:cubicBezTo>
                      <a:pt x="404" y="2190"/>
                      <a:pt x="519" y="2305"/>
                      <a:pt x="635" y="2305"/>
                    </a:cubicBezTo>
                    <a:cubicBezTo>
                      <a:pt x="655" y="2315"/>
                      <a:pt x="675" y="2320"/>
                      <a:pt x="695" y="2320"/>
                    </a:cubicBezTo>
                    <a:cubicBezTo>
                      <a:pt x="787" y="2320"/>
                      <a:pt x="865" y="2217"/>
                      <a:pt x="865" y="2075"/>
                    </a:cubicBezTo>
                    <a:lnTo>
                      <a:pt x="865" y="2017"/>
                    </a:lnTo>
                    <a:cubicBezTo>
                      <a:pt x="1096" y="1959"/>
                      <a:pt x="1211" y="1786"/>
                      <a:pt x="1268" y="1556"/>
                    </a:cubicBezTo>
                    <a:cubicBezTo>
                      <a:pt x="1268" y="1326"/>
                      <a:pt x="1153" y="1038"/>
                      <a:pt x="865" y="922"/>
                    </a:cubicBezTo>
                    <a:cubicBezTo>
                      <a:pt x="750" y="922"/>
                      <a:pt x="577" y="865"/>
                      <a:pt x="577" y="807"/>
                    </a:cubicBezTo>
                    <a:cubicBezTo>
                      <a:pt x="577" y="750"/>
                      <a:pt x="620" y="735"/>
                      <a:pt x="663" y="735"/>
                    </a:cubicBezTo>
                    <a:cubicBezTo>
                      <a:pt x="707" y="735"/>
                      <a:pt x="750" y="750"/>
                      <a:pt x="750" y="750"/>
                    </a:cubicBezTo>
                    <a:cubicBezTo>
                      <a:pt x="750" y="750"/>
                      <a:pt x="852" y="826"/>
                      <a:pt x="955" y="826"/>
                    </a:cubicBezTo>
                    <a:cubicBezTo>
                      <a:pt x="1006" y="826"/>
                      <a:pt x="1057" y="807"/>
                      <a:pt x="1096" y="750"/>
                    </a:cubicBezTo>
                    <a:cubicBezTo>
                      <a:pt x="1268" y="577"/>
                      <a:pt x="1096" y="404"/>
                      <a:pt x="1096" y="404"/>
                    </a:cubicBezTo>
                    <a:cubicBezTo>
                      <a:pt x="1096" y="404"/>
                      <a:pt x="980" y="346"/>
                      <a:pt x="865" y="289"/>
                    </a:cubicBezTo>
                    <a:cubicBezTo>
                      <a:pt x="865" y="173"/>
                      <a:pt x="807" y="58"/>
                      <a:pt x="6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267568853" name="Google Shape;1260;p60"/>
              <p:cNvSpPr/>
              <p:nvPr/>
            </p:nvSpPr>
            <p:spPr bwMode="auto">
              <a:xfrm>
                <a:off x="5891175" y="3283799"/>
                <a:ext cx="401874" cy="345674"/>
              </a:xfrm>
              <a:custGeom>
                <a:avLst/>
                <a:gdLst/>
                <a:ahLst/>
                <a:cxnLst/>
                <a:rect l="l" t="t" r="r" b="b"/>
                <a:pathLst>
                  <a:path w="16075" h="13827" fill="norm" stroke="1" extrusionOk="0">
                    <a:moveTo>
                      <a:pt x="12618" y="461"/>
                    </a:moveTo>
                    <a:cubicBezTo>
                      <a:pt x="13482" y="461"/>
                      <a:pt x="14173" y="1152"/>
                      <a:pt x="14173" y="2017"/>
                    </a:cubicBezTo>
                    <a:cubicBezTo>
                      <a:pt x="14173" y="2881"/>
                      <a:pt x="13482" y="3572"/>
                      <a:pt x="12618" y="3572"/>
                    </a:cubicBezTo>
                    <a:cubicBezTo>
                      <a:pt x="11753" y="3572"/>
                      <a:pt x="11062" y="2881"/>
                      <a:pt x="11062" y="2017"/>
                    </a:cubicBezTo>
                    <a:cubicBezTo>
                      <a:pt x="11062" y="1152"/>
                      <a:pt x="11753" y="461"/>
                      <a:pt x="12618" y="461"/>
                    </a:cubicBezTo>
                    <a:close/>
                    <a:moveTo>
                      <a:pt x="6223" y="3226"/>
                    </a:moveTo>
                    <a:cubicBezTo>
                      <a:pt x="5935" y="3860"/>
                      <a:pt x="5877" y="4551"/>
                      <a:pt x="6223" y="5185"/>
                    </a:cubicBezTo>
                    <a:lnTo>
                      <a:pt x="462" y="5185"/>
                    </a:lnTo>
                    <a:lnTo>
                      <a:pt x="462" y="3975"/>
                    </a:lnTo>
                    <a:cubicBezTo>
                      <a:pt x="462" y="3572"/>
                      <a:pt x="807" y="3226"/>
                      <a:pt x="1153" y="3226"/>
                    </a:cubicBezTo>
                    <a:close/>
                    <a:moveTo>
                      <a:pt x="14922" y="3226"/>
                    </a:moveTo>
                    <a:cubicBezTo>
                      <a:pt x="15325" y="3226"/>
                      <a:pt x="15613" y="3572"/>
                      <a:pt x="15613" y="3918"/>
                    </a:cubicBezTo>
                    <a:lnTo>
                      <a:pt x="15613" y="5185"/>
                    </a:lnTo>
                    <a:lnTo>
                      <a:pt x="9852" y="5185"/>
                    </a:lnTo>
                    <a:cubicBezTo>
                      <a:pt x="10198" y="4551"/>
                      <a:pt x="10140" y="3860"/>
                      <a:pt x="9852" y="3226"/>
                    </a:cubicBezTo>
                    <a:lnTo>
                      <a:pt x="11004" y="3226"/>
                    </a:lnTo>
                    <a:cubicBezTo>
                      <a:pt x="11350" y="3745"/>
                      <a:pt x="11984" y="4033"/>
                      <a:pt x="12618" y="4033"/>
                    </a:cubicBezTo>
                    <a:cubicBezTo>
                      <a:pt x="13251" y="4033"/>
                      <a:pt x="13885" y="3745"/>
                      <a:pt x="14231" y="3226"/>
                    </a:cubicBezTo>
                    <a:close/>
                    <a:moveTo>
                      <a:pt x="8066" y="2650"/>
                    </a:moveTo>
                    <a:cubicBezTo>
                      <a:pt x="8930" y="2650"/>
                      <a:pt x="9622" y="3342"/>
                      <a:pt x="9622" y="4206"/>
                    </a:cubicBezTo>
                    <a:cubicBezTo>
                      <a:pt x="9622" y="5070"/>
                      <a:pt x="8930" y="5819"/>
                      <a:pt x="8066" y="5819"/>
                    </a:cubicBezTo>
                    <a:cubicBezTo>
                      <a:pt x="7202" y="5819"/>
                      <a:pt x="6511" y="5070"/>
                      <a:pt x="6511" y="4206"/>
                    </a:cubicBezTo>
                    <a:cubicBezTo>
                      <a:pt x="6511" y="3342"/>
                      <a:pt x="7202" y="2650"/>
                      <a:pt x="8066" y="2650"/>
                    </a:cubicBezTo>
                    <a:close/>
                    <a:moveTo>
                      <a:pt x="12618" y="0"/>
                    </a:moveTo>
                    <a:cubicBezTo>
                      <a:pt x="11465" y="0"/>
                      <a:pt x="10544" y="922"/>
                      <a:pt x="10544" y="2017"/>
                    </a:cubicBezTo>
                    <a:cubicBezTo>
                      <a:pt x="10544" y="2305"/>
                      <a:pt x="10601" y="2535"/>
                      <a:pt x="10716" y="2766"/>
                    </a:cubicBezTo>
                    <a:lnTo>
                      <a:pt x="9449" y="2766"/>
                    </a:lnTo>
                    <a:cubicBezTo>
                      <a:pt x="9103" y="2420"/>
                      <a:pt x="8585" y="2189"/>
                      <a:pt x="8009" y="2189"/>
                    </a:cubicBezTo>
                    <a:cubicBezTo>
                      <a:pt x="7490" y="2189"/>
                      <a:pt x="6972" y="2420"/>
                      <a:pt x="6626" y="2766"/>
                    </a:cubicBezTo>
                    <a:lnTo>
                      <a:pt x="1153" y="2766"/>
                    </a:lnTo>
                    <a:cubicBezTo>
                      <a:pt x="519" y="2766"/>
                      <a:pt x="1" y="3284"/>
                      <a:pt x="1" y="3975"/>
                    </a:cubicBezTo>
                    <a:lnTo>
                      <a:pt x="1" y="13596"/>
                    </a:lnTo>
                    <a:cubicBezTo>
                      <a:pt x="1" y="13712"/>
                      <a:pt x="116" y="13827"/>
                      <a:pt x="231" y="13827"/>
                    </a:cubicBezTo>
                    <a:lnTo>
                      <a:pt x="12041" y="13827"/>
                    </a:lnTo>
                    <a:cubicBezTo>
                      <a:pt x="12272" y="13596"/>
                      <a:pt x="12099" y="13366"/>
                      <a:pt x="11926" y="13366"/>
                    </a:cubicBezTo>
                    <a:lnTo>
                      <a:pt x="1153" y="13366"/>
                    </a:lnTo>
                    <a:cubicBezTo>
                      <a:pt x="750" y="13366"/>
                      <a:pt x="462" y="13020"/>
                      <a:pt x="462" y="12675"/>
                    </a:cubicBezTo>
                    <a:lnTo>
                      <a:pt x="462" y="5646"/>
                    </a:lnTo>
                    <a:lnTo>
                      <a:pt x="6568" y="5646"/>
                    </a:lnTo>
                    <a:cubicBezTo>
                      <a:pt x="6914" y="6049"/>
                      <a:pt x="7433" y="6280"/>
                      <a:pt x="8009" y="6280"/>
                    </a:cubicBezTo>
                    <a:cubicBezTo>
                      <a:pt x="8642" y="6280"/>
                      <a:pt x="9161" y="5992"/>
                      <a:pt x="9507" y="5646"/>
                    </a:cubicBezTo>
                    <a:lnTo>
                      <a:pt x="15613" y="5646"/>
                    </a:lnTo>
                    <a:lnTo>
                      <a:pt x="15613" y="13135"/>
                    </a:lnTo>
                    <a:cubicBezTo>
                      <a:pt x="15613" y="13251"/>
                      <a:pt x="15498" y="13366"/>
                      <a:pt x="15383" y="13366"/>
                    </a:cubicBezTo>
                    <a:lnTo>
                      <a:pt x="13251" y="13366"/>
                    </a:lnTo>
                    <a:cubicBezTo>
                      <a:pt x="13021" y="13596"/>
                      <a:pt x="13194" y="13827"/>
                      <a:pt x="13366" y="13827"/>
                    </a:cubicBezTo>
                    <a:lnTo>
                      <a:pt x="14922" y="13827"/>
                    </a:lnTo>
                    <a:cubicBezTo>
                      <a:pt x="15556" y="13827"/>
                      <a:pt x="16074" y="13308"/>
                      <a:pt x="16074" y="12675"/>
                    </a:cubicBezTo>
                    <a:lnTo>
                      <a:pt x="16074" y="3975"/>
                    </a:lnTo>
                    <a:cubicBezTo>
                      <a:pt x="16074" y="3284"/>
                      <a:pt x="15556" y="2766"/>
                      <a:pt x="14922" y="2766"/>
                    </a:cubicBezTo>
                    <a:lnTo>
                      <a:pt x="14519" y="2766"/>
                    </a:lnTo>
                    <a:cubicBezTo>
                      <a:pt x="14576" y="2535"/>
                      <a:pt x="14634" y="2305"/>
                      <a:pt x="14634" y="2017"/>
                    </a:cubicBezTo>
                    <a:cubicBezTo>
                      <a:pt x="14634" y="922"/>
                      <a:pt x="13712" y="0"/>
                      <a:pt x="126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464706074" name="Google Shape;1261;p60"/>
              <p:cNvSpPr/>
              <p:nvPr/>
            </p:nvSpPr>
            <p:spPr bwMode="auto">
              <a:xfrm>
                <a:off x="5921424" y="3383174"/>
                <a:ext cx="14424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577" h="462" fill="norm" stroke="1" extrusionOk="0">
                    <a:moveTo>
                      <a:pt x="289" y="0"/>
                    </a:moveTo>
                    <a:cubicBezTo>
                      <a:pt x="1" y="0"/>
                      <a:pt x="1" y="461"/>
                      <a:pt x="289" y="461"/>
                    </a:cubicBezTo>
                    <a:cubicBezTo>
                      <a:pt x="577" y="461"/>
                      <a:pt x="577" y="0"/>
                      <a:pt x="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60740151" name="Google Shape;1262;p60"/>
              <p:cNvSpPr/>
              <p:nvPr/>
            </p:nvSpPr>
            <p:spPr bwMode="auto">
              <a:xfrm>
                <a:off x="5945899" y="3383174"/>
                <a:ext cx="14449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578" h="462" fill="norm" stroke="1" extrusionOk="0">
                    <a:moveTo>
                      <a:pt x="289" y="0"/>
                    </a:moveTo>
                    <a:cubicBezTo>
                      <a:pt x="1" y="0"/>
                      <a:pt x="1" y="461"/>
                      <a:pt x="289" y="461"/>
                    </a:cubicBezTo>
                    <a:cubicBezTo>
                      <a:pt x="577" y="461"/>
                      <a:pt x="577" y="0"/>
                      <a:pt x="2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311957857" name="Google Shape;1263;p60"/>
              <p:cNvSpPr/>
              <p:nvPr/>
            </p:nvSpPr>
            <p:spPr bwMode="auto">
              <a:xfrm>
                <a:off x="5970399" y="3383174"/>
                <a:ext cx="15874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635" h="462" fill="norm" stroke="1" extrusionOk="0">
                    <a:moveTo>
                      <a:pt x="288" y="0"/>
                    </a:moveTo>
                    <a:cubicBezTo>
                      <a:pt x="0" y="0"/>
                      <a:pt x="0" y="461"/>
                      <a:pt x="288" y="461"/>
                    </a:cubicBezTo>
                    <a:cubicBezTo>
                      <a:pt x="634" y="461"/>
                      <a:pt x="634" y="0"/>
                      <a:pt x="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42987157" name="Google Shape;1264;p60"/>
              <p:cNvSpPr/>
              <p:nvPr/>
            </p:nvSpPr>
            <p:spPr bwMode="auto">
              <a:xfrm>
                <a:off x="5930074" y="3453750"/>
                <a:ext cx="95074" cy="80674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3227" fill="norm" stroke="1" extrusionOk="0">
                    <a:moveTo>
                      <a:pt x="3342" y="519"/>
                    </a:moveTo>
                    <a:lnTo>
                      <a:pt x="3342" y="2766"/>
                    </a:lnTo>
                    <a:lnTo>
                      <a:pt x="461" y="2766"/>
                    </a:lnTo>
                    <a:lnTo>
                      <a:pt x="461" y="519"/>
                    </a:lnTo>
                    <a:close/>
                    <a:moveTo>
                      <a:pt x="231" y="0"/>
                    </a:moveTo>
                    <a:cubicBezTo>
                      <a:pt x="115" y="0"/>
                      <a:pt x="0" y="115"/>
                      <a:pt x="0" y="288"/>
                    </a:cubicBezTo>
                    <a:lnTo>
                      <a:pt x="0" y="2938"/>
                    </a:lnTo>
                    <a:cubicBezTo>
                      <a:pt x="0" y="3111"/>
                      <a:pt x="115" y="3226"/>
                      <a:pt x="231" y="3226"/>
                    </a:cubicBezTo>
                    <a:lnTo>
                      <a:pt x="3572" y="3226"/>
                    </a:lnTo>
                    <a:cubicBezTo>
                      <a:pt x="3687" y="3226"/>
                      <a:pt x="3803" y="3111"/>
                      <a:pt x="3803" y="2938"/>
                    </a:cubicBezTo>
                    <a:lnTo>
                      <a:pt x="3803" y="231"/>
                    </a:lnTo>
                    <a:cubicBezTo>
                      <a:pt x="3803" y="115"/>
                      <a:pt x="3745" y="0"/>
                      <a:pt x="35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25385954" name="Google Shape;1265;p60"/>
              <p:cNvSpPr/>
              <p:nvPr/>
            </p:nvSpPr>
            <p:spPr bwMode="auto">
              <a:xfrm>
                <a:off x="6045300" y="3453750"/>
                <a:ext cx="95074" cy="80674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3227" fill="norm" stroke="1" extrusionOk="0">
                    <a:moveTo>
                      <a:pt x="3342" y="519"/>
                    </a:moveTo>
                    <a:lnTo>
                      <a:pt x="3342" y="2766"/>
                    </a:lnTo>
                    <a:lnTo>
                      <a:pt x="461" y="2766"/>
                    </a:lnTo>
                    <a:lnTo>
                      <a:pt x="461" y="519"/>
                    </a:lnTo>
                    <a:close/>
                    <a:moveTo>
                      <a:pt x="231" y="0"/>
                    </a:moveTo>
                    <a:cubicBezTo>
                      <a:pt x="115" y="0"/>
                      <a:pt x="0" y="115"/>
                      <a:pt x="0" y="288"/>
                    </a:cubicBezTo>
                    <a:lnTo>
                      <a:pt x="0" y="2938"/>
                    </a:lnTo>
                    <a:cubicBezTo>
                      <a:pt x="0" y="3111"/>
                      <a:pt x="115" y="3226"/>
                      <a:pt x="231" y="3226"/>
                    </a:cubicBezTo>
                    <a:lnTo>
                      <a:pt x="3572" y="3226"/>
                    </a:lnTo>
                    <a:cubicBezTo>
                      <a:pt x="3687" y="3226"/>
                      <a:pt x="3802" y="3111"/>
                      <a:pt x="3802" y="2938"/>
                    </a:cubicBezTo>
                    <a:lnTo>
                      <a:pt x="3802" y="231"/>
                    </a:lnTo>
                    <a:cubicBezTo>
                      <a:pt x="3802" y="115"/>
                      <a:pt x="3687" y="0"/>
                      <a:pt x="35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892369305" name="Google Shape;1266;p60"/>
              <p:cNvSpPr/>
              <p:nvPr/>
            </p:nvSpPr>
            <p:spPr bwMode="auto">
              <a:xfrm>
                <a:off x="6159074" y="3455174"/>
                <a:ext cx="95074" cy="79249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3170" fill="norm" stroke="1" extrusionOk="0">
                    <a:moveTo>
                      <a:pt x="3342" y="462"/>
                    </a:moveTo>
                    <a:lnTo>
                      <a:pt x="3342" y="2709"/>
                    </a:lnTo>
                    <a:lnTo>
                      <a:pt x="461" y="2709"/>
                    </a:lnTo>
                    <a:lnTo>
                      <a:pt x="461" y="462"/>
                    </a:lnTo>
                    <a:close/>
                    <a:moveTo>
                      <a:pt x="231" y="1"/>
                    </a:moveTo>
                    <a:cubicBezTo>
                      <a:pt x="116" y="1"/>
                      <a:pt x="0" y="58"/>
                      <a:pt x="0" y="231"/>
                    </a:cubicBezTo>
                    <a:lnTo>
                      <a:pt x="0" y="2939"/>
                    </a:lnTo>
                    <a:cubicBezTo>
                      <a:pt x="0" y="3054"/>
                      <a:pt x="116" y="3169"/>
                      <a:pt x="231" y="3169"/>
                    </a:cubicBezTo>
                    <a:lnTo>
                      <a:pt x="3572" y="3169"/>
                    </a:lnTo>
                    <a:cubicBezTo>
                      <a:pt x="3687" y="3169"/>
                      <a:pt x="3803" y="3054"/>
                      <a:pt x="3803" y="2939"/>
                    </a:cubicBezTo>
                    <a:lnTo>
                      <a:pt x="3803" y="231"/>
                    </a:lnTo>
                    <a:cubicBezTo>
                      <a:pt x="3803" y="58"/>
                      <a:pt x="3687" y="1"/>
                      <a:pt x="35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803347685" name="Google Shape;1267;p60"/>
              <p:cNvSpPr/>
              <p:nvPr/>
            </p:nvSpPr>
            <p:spPr bwMode="auto">
              <a:xfrm>
                <a:off x="5930074" y="3551674"/>
                <a:ext cx="96525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462" fill="norm" stroke="1" extrusionOk="0">
                    <a:moveTo>
                      <a:pt x="288" y="1"/>
                    </a:moveTo>
                    <a:cubicBezTo>
                      <a:pt x="115" y="1"/>
                      <a:pt x="58" y="58"/>
                      <a:pt x="0" y="174"/>
                    </a:cubicBezTo>
                    <a:cubicBezTo>
                      <a:pt x="0" y="346"/>
                      <a:pt x="115" y="462"/>
                      <a:pt x="231" y="462"/>
                    </a:cubicBezTo>
                    <a:lnTo>
                      <a:pt x="3572" y="462"/>
                    </a:lnTo>
                    <a:cubicBezTo>
                      <a:pt x="3745" y="462"/>
                      <a:pt x="3860" y="346"/>
                      <a:pt x="3803" y="174"/>
                    </a:cubicBezTo>
                    <a:cubicBezTo>
                      <a:pt x="3803" y="58"/>
                      <a:pt x="3687" y="1"/>
                      <a:pt x="35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618612808" name="Google Shape;1268;p60"/>
              <p:cNvSpPr/>
              <p:nvPr/>
            </p:nvSpPr>
            <p:spPr bwMode="auto">
              <a:xfrm>
                <a:off x="5945899" y="3576174"/>
                <a:ext cx="64849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2594" h="462" fill="norm" stroke="1" extrusionOk="0">
                    <a:moveTo>
                      <a:pt x="231" y="0"/>
                    </a:moveTo>
                    <a:cubicBezTo>
                      <a:pt x="116" y="0"/>
                      <a:pt x="1" y="115"/>
                      <a:pt x="1" y="288"/>
                    </a:cubicBezTo>
                    <a:cubicBezTo>
                      <a:pt x="59" y="403"/>
                      <a:pt x="174" y="461"/>
                      <a:pt x="289" y="461"/>
                    </a:cubicBezTo>
                    <a:lnTo>
                      <a:pt x="2305" y="461"/>
                    </a:lnTo>
                    <a:cubicBezTo>
                      <a:pt x="2421" y="461"/>
                      <a:pt x="2536" y="403"/>
                      <a:pt x="2536" y="288"/>
                    </a:cubicBezTo>
                    <a:cubicBezTo>
                      <a:pt x="2593" y="115"/>
                      <a:pt x="2478" y="0"/>
                      <a:pt x="2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320176353" name="Google Shape;1269;p60"/>
              <p:cNvSpPr/>
              <p:nvPr/>
            </p:nvSpPr>
            <p:spPr bwMode="auto">
              <a:xfrm>
                <a:off x="6043849" y="3551674"/>
                <a:ext cx="96525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462" fill="norm" stroke="1" extrusionOk="0">
                    <a:moveTo>
                      <a:pt x="289" y="1"/>
                    </a:moveTo>
                    <a:cubicBezTo>
                      <a:pt x="173" y="1"/>
                      <a:pt x="58" y="58"/>
                      <a:pt x="58" y="174"/>
                    </a:cubicBezTo>
                    <a:cubicBezTo>
                      <a:pt x="0" y="346"/>
                      <a:pt x="116" y="462"/>
                      <a:pt x="289" y="462"/>
                    </a:cubicBezTo>
                    <a:lnTo>
                      <a:pt x="3572" y="462"/>
                    </a:lnTo>
                    <a:cubicBezTo>
                      <a:pt x="3745" y="462"/>
                      <a:pt x="3860" y="346"/>
                      <a:pt x="3803" y="174"/>
                    </a:cubicBezTo>
                    <a:cubicBezTo>
                      <a:pt x="3803" y="58"/>
                      <a:pt x="3688" y="1"/>
                      <a:pt x="35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52793705" name="Google Shape;1270;p60"/>
              <p:cNvSpPr/>
              <p:nvPr/>
            </p:nvSpPr>
            <p:spPr bwMode="auto">
              <a:xfrm>
                <a:off x="6059700" y="3576174"/>
                <a:ext cx="64824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2593" h="462" fill="norm" stroke="1" extrusionOk="0">
                    <a:moveTo>
                      <a:pt x="288" y="0"/>
                    </a:moveTo>
                    <a:cubicBezTo>
                      <a:pt x="115" y="0"/>
                      <a:pt x="0" y="115"/>
                      <a:pt x="58" y="288"/>
                    </a:cubicBezTo>
                    <a:cubicBezTo>
                      <a:pt x="58" y="403"/>
                      <a:pt x="173" y="461"/>
                      <a:pt x="288" y="461"/>
                    </a:cubicBezTo>
                    <a:lnTo>
                      <a:pt x="2362" y="461"/>
                    </a:lnTo>
                    <a:cubicBezTo>
                      <a:pt x="2477" y="461"/>
                      <a:pt x="2593" y="403"/>
                      <a:pt x="2593" y="288"/>
                    </a:cubicBezTo>
                    <a:cubicBezTo>
                      <a:pt x="2593" y="115"/>
                      <a:pt x="2477" y="0"/>
                      <a:pt x="23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090240366" name="Google Shape;1271;p60"/>
              <p:cNvSpPr/>
              <p:nvPr/>
            </p:nvSpPr>
            <p:spPr bwMode="auto">
              <a:xfrm>
                <a:off x="6159074" y="3551674"/>
                <a:ext cx="95074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462" fill="norm" stroke="1" extrusionOk="0">
                    <a:moveTo>
                      <a:pt x="231" y="1"/>
                    </a:moveTo>
                    <a:cubicBezTo>
                      <a:pt x="116" y="1"/>
                      <a:pt x="0" y="58"/>
                      <a:pt x="0" y="174"/>
                    </a:cubicBezTo>
                    <a:cubicBezTo>
                      <a:pt x="0" y="346"/>
                      <a:pt x="116" y="462"/>
                      <a:pt x="231" y="462"/>
                    </a:cubicBezTo>
                    <a:lnTo>
                      <a:pt x="3572" y="462"/>
                    </a:lnTo>
                    <a:cubicBezTo>
                      <a:pt x="3687" y="462"/>
                      <a:pt x="3803" y="346"/>
                      <a:pt x="3803" y="231"/>
                    </a:cubicBezTo>
                    <a:cubicBezTo>
                      <a:pt x="3803" y="116"/>
                      <a:pt x="3687" y="1"/>
                      <a:pt x="35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310569393" name="Google Shape;1272;p60"/>
              <p:cNvSpPr/>
              <p:nvPr/>
            </p:nvSpPr>
            <p:spPr bwMode="auto">
              <a:xfrm>
                <a:off x="6174924" y="3576174"/>
                <a:ext cx="63373" cy="11549"/>
              </a:xfrm>
              <a:custGeom>
                <a:avLst/>
                <a:gdLst/>
                <a:ahLst/>
                <a:cxnLst/>
                <a:rect l="l" t="t" r="r" b="b"/>
                <a:pathLst>
                  <a:path w="2535" h="462" fill="norm" stroke="1" extrusionOk="0">
                    <a:moveTo>
                      <a:pt x="231" y="0"/>
                    </a:moveTo>
                    <a:cubicBezTo>
                      <a:pt x="115" y="0"/>
                      <a:pt x="0" y="58"/>
                      <a:pt x="0" y="231"/>
                    </a:cubicBezTo>
                    <a:cubicBezTo>
                      <a:pt x="0" y="346"/>
                      <a:pt x="115" y="461"/>
                      <a:pt x="231" y="461"/>
                    </a:cubicBezTo>
                    <a:lnTo>
                      <a:pt x="2305" y="461"/>
                    </a:lnTo>
                    <a:cubicBezTo>
                      <a:pt x="2420" y="461"/>
                      <a:pt x="2535" y="403"/>
                      <a:pt x="2535" y="288"/>
                    </a:cubicBezTo>
                    <a:cubicBezTo>
                      <a:pt x="2535" y="115"/>
                      <a:pt x="2420" y="0"/>
                      <a:pt x="2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800719312" name="Google Shape;1273;p60"/>
              <p:cNvSpPr/>
              <p:nvPr/>
            </p:nvSpPr>
            <p:spPr bwMode="auto">
              <a:xfrm>
                <a:off x="6184999" y="3227625"/>
                <a:ext cx="12974" cy="4322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729" fill="norm" stroke="1" extrusionOk="0">
                    <a:moveTo>
                      <a:pt x="288" y="0"/>
                    </a:moveTo>
                    <a:cubicBezTo>
                      <a:pt x="173" y="0"/>
                      <a:pt x="0" y="116"/>
                      <a:pt x="0" y="231"/>
                    </a:cubicBezTo>
                    <a:lnTo>
                      <a:pt x="0" y="1498"/>
                    </a:lnTo>
                    <a:cubicBezTo>
                      <a:pt x="0" y="1613"/>
                      <a:pt x="173" y="1729"/>
                      <a:pt x="288" y="1729"/>
                    </a:cubicBezTo>
                    <a:cubicBezTo>
                      <a:pt x="404" y="1671"/>
                      <a:pt x="519" y="1613"/>
                      <a:pt x="519" y="1441"/>
                    </a:cubicBezTo>
                    <a:lnTo>
                      <a:pt x="519" y="231"/>
                    </a:lnTo>
                    <a:cubicBezTo>
                      <a:pt x="519" y="116"/>
                      <a:pt x="404" y="0"/>
                      <a:pt x="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2096752785" name="Google Shape;1274;p60"/>
              <p:cNvSpPr/>
              <p:nvPr/>
            </p:nvSpPr>
            <p:spPr bwMode="auto">
              <a:xfrm>
                <a:off x="6215249" y="3234825"/>
                <a:ext cx="11549" cy="36024"/>
              </a:xfrm>
              <a:custGeom>
                <a:avLst/>
                <a:gdLst/>
                <a:ahLst/>
                <a:cxnLst/>
                <a:rect l="l" t="t" r="r" b="b"/>
                <a:pathLst>
                  <a:path w="462" h="1441" fill="norm" stroke="1" extrusionOk="0">
                    <a:moveTo>
                      <a:pt x="288" y="0"/>
                    </a:moveTo>
                    <a:cubicBezTo>
                      <a:pt x="115" y="0"/>
                      <a:pt x="0" y="116"/>
                      <a:pt x="0" y="231"/>
                    </a:cubicBezTo>
                    <a:lnTo>
                      <a:pt x="0" y="1210"/>
                    </a:lnTo>
                    <a:cubicBezTo>
                      <a:pt x="0" y="1325"/>
                      <a:pt x="115" y="1441"/>
                      <a:pt x="288" y="1441"/>
                    </a:cubicBezTo>
                    <a:cubicBezTo>
                      <a:pt x="403" y="1383"/>
                      <a:pt x="461" y="1268"/>
                      <a:pt x="461" y="1153"/>
                    </a:cubicBezTo>
                    <a:lnTo>
                      <a:pt x="461" y="289"/>
                    </a:lnTo>
                    <a:cubicBezTo>
                      <a:pt x="461" y="116"/>
                      <a:pt x="403" y="58"/>
                      <a:pt x="2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360640621" name="Google Shape;1275;p60"/>
              <p:cNvSpPr/>
              <p:nvPr/>
            </p:nvSpPr>
            <p:spPr bwMode="auto">
              <a:xfrm>
                <a:off x="5927199" y="3227625"/>
                <a:ext cx="102274" cy="102274"/>
              </a:xfrm>
              <a:custGeom>
                <a:avLst/>
                <a:gdLst/>
                <a:ahLst/>
                <a:cxnLst/>
                <a:rect l="l" t="t" r="r" b="b"/>
                <a:pathLst>
                  <a:path w="4091" h="4091" fill="norm" stroke="1" extrusionOk="0">
                    <a:moveTo>
                      <a:pt x="2016" y="0"/>
                    </a:moveTo>
                    <a:cubicBezTo>
                      <a:pt x="1728" y="0"/>
                      <a:pt x="1440" y="58"/>
                      <a:pt x="1152" y="173"/>
                    </a:cubicBezTo>
                    <a:cubicBezTo>
                      <a:pt x="1037" y="231"/>
                      <a:pt x="979" y="404"/>
                      <a:pt x="1037" y="519"/>
                    </a:cubicBezTo>
                    <a:cubicBezTo>
                      <a:pt x="1079" y="603"/>
                      <a:pt x="1183" y="657"/>
                      <a:pt x="1281" y="657"/>
                    </a:cubicBezTo>
                    <a:cubicBezTo>
                      <a:pt x="1317" y="657"/>
                      <a:pt x="1352" y="650"/>
                      <a:pt x="1383" y="634"/>
                    </a:cubicBezTo>
                    <a:cubicBezTo>
                      <a:pt x="1613" y="519"/>
                      <a:pt x="1786" y="461"/>
                      <a:pt x="2016" y="461"/>
                    </a:cubicBezTo>
                    <a:cubicBezTo>
                      <a:pt x="2881" y="461"/>
                      <a:pt x="3629" y="1153"/>
                      <a:pt x="3629" y="2017"/>
                    </a:cubicBezTo>
                    <a:cubicBezTo>
                      <a:pt x="3629" y="2881"/>
                      <a:pt x="2881" y="3572"/>
                      <a:pt x="2016" y="3572"/>
                    </a:cubicBezTo>
                    <a:cubicBezTo>
                      <a:pt x="1152" y="3572"/>
                      <a:pt x="461" y="2881"/>
                      <a:pt x="461" y="2017"/>
                    </a:cubicBezTo>
                    <a:cubicBezTo>
                      <a:pt x="461" y="1786"/>
                      <a:pt x="519" y="1556"/>
                      <a:pt x="634" y="1325"/>
                    </a:cubicBezTo>
                    <a:cubicBezTo>
                      <a:pt x="691" y="1210"/>
                      <a:pt x="634" y="1095"/>
                      <a:pt x="519" y="1037"/>
                    </a:cubicBezTo>
                    <a:cubicBezTo>
                      <a:pt x="488" y="1022"/>
                      <a:pt x="457" y="1015"/>
                      <a:pt x="427" y="1015"/>
                    </a:cubicBezTo>
                    <a:cubicBezTo>
                      <a:pt x="346" y="1015"/>
                      <a:pt x="273" y="1068"/>
                      <a:pt x="230" y="1153"/>
                    </a:cubicBezTo>
                    <a:cubicBezTo>
                      <a:pt x="58" y="1441"/>
                      <a:pt x="0" y="1729"/>
                      <a:pt x="0" y="2017"/>
                    </a:cubicBezTo>
                    <a:cubicBezTo>
                      <a:pt x="0" y="3159"/>
                      <a:pt x="906" y="4075"/>
                      <a:pt x="2045" y="4091"/>
                    </a:cubicBezTo>
                    <a:lnTo>
                      <a:pt x="2045" y="4091"/>
                    </a:lnTo>
                    <a:cubicBezTo>
                      <a:pt x="3184" y="4075"/>
                      <a:pt x="4090" y="3159"/>
                      <a:pt x="4090" y="2017"/>
                    </a:cubicBezTo>
                    <a:cubicBezTo>
                      <a:pt x="4090" y="922"/>
                      <a:pt x="3169" y="0"/>
                      <a:pt x="2016" y="0"/>
                    </a:cubicBezTo>
                    <a:close/>
                    <a:moveTo>
                      <a:pt x="2045" y="4091"/>
                    </a:moveTo>
                    <a:cubicBezTo>
                      <a:pt x="2036" y="4091"/>
                      <a:pt x="2026" y="4091"/>
                      <a:pt x="2016" y="4091"/>
                    </a:cubicBezTo>
                    <a:lnTo>
                      <a:pt x="2074" y="4091"/>
                    </a:lnTo>
                    <a:cubicBezTo>
                      <a:pt x="2064" y="4091"/>
                      <a:pt x="2055" y="4091"/>
                      <a:pt x="2045" y="409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674131583" name="Google Shape;1276;p60"/>
              <p:cNvSpPr/>
              <p:nvPr/>
            </p:nvSpPr>
            <p:spPr bwMode="auto">
              <a:xfrm>
                <a:off x="5961749" y="3249225"/>
                <a:ext cx="31725" cy="57999"/>
              </a:xfrm>
              <a:custGeom>
                <a:avLst/>
                <a:gdLst/>
                <a:ahLst/>
                <a:cxnLst/>
                <a:rect l="l" t="t" r="r" b="b"/>
                <a:pathLst>
                  <a:path w="1269" h="2320" fill="norm" stroke="1" extrusionOk="0">
                    <a:moveTo>
                      <a:pt x="692" y="1"/>
                    </a:moveTo>
                    <a:cubicBezTo>
                      <a:pt x="519" y="1"/>
                      <a:pt x="404" y="116"/>
                      <a:pt x="404" y="231"/>
                    </a:cubicBezTo>
                    <a:lnTo>
                      <a:pt x="404" y="289"/>
                    </a:lnTo>
                    <a:cubicBezTo>
                      <a:pt x="231" y="404"/>
                      <a:pt x="116" y="519"/>
                      <a:pt x="116" y="692"/>
                    </a:cubicBezTo>
                    <a:cubicBezTo>
                      <a:pt x="58" y="865"/>
                      <a:pt x="116" y="1038"/>
                      <a:pt x="289" y="1153"/>
                    </a:cubicBezTo>
                    <a:cubicBezTo>
                      <a:pt x="404" y="1268"/>
                      <a:pt x="577" y="1326"/>
                      <a:pt x="692" y="1383"/>
                    </a:cubicBezTo>
                    <a:cubicBezTo>
                      <a:pt x="865" y="1441"/>
                      <a:pt x="750" y="1614"/>
                      <a:pt x="634" y="1614"/>
                    </a:cubicBezTo>
                    <a:cubicBezTo>
                      <a:pt x="577" y="1614"/>
                      <a:pt x="519" y="1614"/>
                      <a:pt x="462" y="1556"/>
                    </a:cubicBezTo>
                    <a:cubicBezTo>
                      <a:pt x="404" y="1527"/>
                      <a:pt x="332" y="1513"/>
                      <a:pt x="267" y="1513"/>
                    </a:cubicBezTo>
                    <a:cubicBezTo>
                      <a:pt x="202" y="1513"/>
                      <a:pt x="145" y="1527"/>
                      <a:pt x="116" y="1556"/>
                    </a:cubicBezTo>
                    <a:cubicBezTo>
                      <a:pt x="1" y="1671"/>
                      <a:pt x="58" y="1844"/>
                      <a:pt x="174" y="1959"/>
                    </a:cubicBezTo>
                    <a:cubicBezTo>
                      <a:pt x="231" y="2017"/>
                      <a:pt x="346" y="2017"/>
                      <a:pt x="404" y="2075"/>
                    </a:cubicBezTo>
                    <a:cubicBezTo>
                      <a:pt x="404" y="2190"/>
                      <a:pt x="519" y="2305"/>
                      <a:pt x="634" y="2305"/>
                    </a:cubicBezTo>
                    <a:cubicBezTo>
                      <a:pt x="655" y="2315"/>
                      <a:pt x="675" y="2320"/>
                      <a:pt x="695" y="2320"/>
                    </a:cubicBezTo>
                    <a:cubicBezTo>
                      <a:pt x="787" y="2320"/>
                      <a:pt x="865" y="2217"/>
                      <a:pt x="865" y="2075"/>
                    </a:cubicBezTo>
                    <a:lnTo>
                      <a:pt x="865" y="2017"/>
                    </a:lnTo>
                    <a:cubicBezTo>
                      <a:pt x="1095" y="1959"/>
                      <a:pt x="1211" y="1786"/>
                      <a:pt x="1268" y="1556"/>
                    </a:cubicBezTo>
                    <a:cubicBezTo>
                      <a:pt x="1268" y="1326"/>
                      <a:pt x="1153" y="1038"/>
                      <a:pt x="865" y="980"/>
                    </a:cubicBezTo>
                    <a:cubicBezTo>
                      <a:pt x="750" y="922"/>
                      <a:pt x="577" y="865"/>
                      <a:pt x="577" y="807"/>
                    </a:cubicBezTo>
                    <a:cubicBezTo>
                      <a:pt x="577" y="749"/>
                      <a:pt x="606" y="735"/>
                      <a:pt x="642" y="735"/>
                    </a:cubicBezTo>
                    <a:cubicBezTo>
                      <a:pt x="678" y="735"/>
                      <a:pt x="721" y="749"/>
                      <a:pt x="750" y="749"/>
                    </a:cubicBezTo>
                    <a:cubicBezTo>
                      <a:pt x="750" y="749"/>
                      <a:pt x="826" y="826"/>
                      <a:pt x="929" y="826"/>
                    </a:cubicBezTo>
                    <a:cubicBezTo>
                      <a:pt x="980" y="826"/>
                      <a:pt x="1038" y="807"/>
                      <a:pt x="1095" y="749"/>
                    </a:cubicBezTo>
                    <a:cubicBezTo>
                      <a:pt x="1268" y="577"/>
                      <a:pt x="1095" y="404"/>
                      <a:pt x="1095" y="404"/>
                    </a:cubicBezTo>
                    <a:cubicBezTo>
                      <a:pt x="1038" y="404"/>
                      <a:pt x="980" y="346"/>
                      <a:pt x="865" y="289"/>
                    </a:cubicBezTo>
                    <a:cubicBezTo>
                      <a:pt x="865" y="173"/>
                      <a:pt x="807" y="58"/>
                      <a:pt x="6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576433834" name="Google Shape;1277;p60"/>
              <p:cNvSpPr/>
              <p:nvPr/>
            </p:nvSpPr>
            <p:spPr bwMode="auto">
              <a:xfrm>
                <a:off x="6071224" y="3290999"/>
                <a:ext cx="11523" cy="36024"/>
              </a:xfrm>
              <a:custGeom>
                <a:avLst/>
                <a:gdLst/>
                <a:ahLst/>
                <a:cxnLst/>
                <a:rect l="l" t="t" r="r" b="b"/>
                <a:pathLst>
                  <a:path w="461" h="1441" fill="norm" stroke="1" extrusionOk="0">
                    <a:moveTo>
                      <a:pt x="231" y="0"/>
                    </a:moveTo>
                    <a:cubicBezTo>
                      <a:pt x="115" y="0"/>
                      <a:pt x="0" y="115"/>
                      <a:pt x="0" y="231"/>
                    </a:cubicBezTo>
                    <a:lnTo>
                      <a:pt x="0" y="1210"/>
                    </a:lnTo>
                    <a:cubicBezTo>
                      <a:pt x="0" y="1325"/>
                      <a:pt x="115" y="1441"/>
                      <a:pt x="231" y="1441"/>
                    </a:cubicBezTo>
                    <a:cubicBezTo>
                      <a:pt x="403" y="1383"/>
                      <a:pt x="461" y="1268"/>
                      <a:pt x="461" y="1152"/>
                    </a:cubicBezTo>
                    <a:lnTo>
                      <a:pt x="461" y="288"/>
                    </a:lnTo>
                    <a:cubicBezTo>
                      <a:pt x="461" y="173"/>
                      <a:pt x="403" y="58"/>
                      <a:pt x="2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147892137" name="Google Shape;1278;p60"/>
              <p:cNvSpPr/>
              <p:nvPr/>
            </p:nvSpPr>
            <p:spPr bwMode="auto">
              <a:xfrm>
                <a:off x="6101449" y="3260374"/>
                <a:ext cx="11549" cy="66649"/>
              </a:xfrm>
              <a:custGeom>
                <a:avLst/>
                <a:gdLst/>
                <a:ahLst/>
                <a:cxnLst/>
                <a:rect l="l" t="t" r="r" b="b"/>
                <a:pathLst>
                  <a:path w="462" h="2666" fill="norm" stroke="1" extrusionOk="0">
                    <a:moveTo>
                      <a:pt x="203" y="0"/>
                    </a:moveTo>
                    <a:cubicBezTo>
                      <a:pt x="79" y="0"/>
                      <a:pt x="1" y="104"/>
                      <a:pt x="1" y="246"/>
                    </a:cubicBezTo>
                    <a:lnTo>
                      <a:pt x="1" y="2435"/>
                    </a:lnTo>
                    <a:cubicBezTo>
                      <a:pt x="1" y="2550"/>
                      <a:pt x="116" y="2666"/>
                      <a:pt x="289" y="2666"/>
                    </a:cubicBezTo>
                    <a:cubicBezTo>
                      <a:pt x="404" y="2608"/>
                      <a:pt x="462" y="2550"/>
                      <a:pt x="462" y="2377"/>
                    </a:cubicBezTo>
                    <a:lnTo>
                      <a:pt x="462" y="246"/>
                    </a:lnTo>
                    <a:cubicBezTo>
                      <a:pt x="462" y="131"/>
                      <a:pt x="404" y="15"/>
                      <a:pt x="289" y="15"/>
                    </a:cubicBezTo>
                    <a:cubicBezTo>
                      <a:pt x="258" y="5"/>
                      <a:pt x="230" y="0"/>
                      <a:pt x="20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</p:grpSp>
      </p:grpSp>
      <p:sp>
        <p:nvSpPr>
          <p:cNvPr id="964361062" name="Google Shape;1279;p60"/>
          <p:cNvSpPr txBox="1"/>
          <p:nvPr/>
        </p:nvSpPr>
        <p:spPr bwMode="auto">
          <a:xfrm flipH="1">
            <a:off x="637012" y="2013055"/>
            <a:ext cx="2148899" cy="38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2000" b="1">
                <a:solidFill>
                  <a:schemeClr val="dk2"/>
                </a:solidFill>
                <a:latin typeface="Albert Sans"/>
                <a:ea typeface="Albert Sans"/>
                <a:cs typeface="Albert Sans"/>
              </a:rPr>
              <a:t>Fin 2025</a:t>
            </a:r>
            <a:endParaRPr lang="fr-FR" sz="2000" b="1">
              <a:solidFill>
                <a:schemeClr val="dk2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1966727184" name="Google Shape;1281;p60"/>
          <p:cNvGrpSpPr/>
          <p:nvPr/>
        </p:nvGrpSpPr>
        <p:grpSpPr bwMode="auto">
          <a:xfrm>
            <a:off x="1357783" y="2570874"/>
            <a:ext cx="707399" cy="707399"/>
            <a:chOff x="1357783" y="2570874"/>
            <a:chExt cx="707399" cy="707399"/>
          </a:xfrm>
        </p:grpSpPr>
        <p:sp>
          <p:nvSpPr>
            <p:cNvPr id="1134353608" name="Google Shape;1282;p60"/>
            <p:cNvSpPr/>
            <p:nvPr/>
          </p:nvSpPr>
          <p:spPr bwMode="auto">
            <a:xfrm flipH="1">
              <a:off x="1357783" y="2570874"/>
              <a:ext cx="707399" cy="7073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 sz="1100"/>
            </a:p>
          </p:txBody>
        </p:sp>
        <p:grpSp>
          <p:nvGrpSpPr>
            <p:cNvPr id="312449196" name="Google Shape;1283;p60"/>
            <p:cNvGrpSpPr/>
            <p:nvPr/>
          </p:nvGrpSpPr>
          <p:grpSpPr bwMode="auto">
            <a:xfrm>
              <a:off x="1556637" y="2723649"/>
              <a:ext cx="309674" cy="401850"/>
              <a:chOff x="5434624" y="3227625"/>
              <a:chExt cx="309674" cy="401850"/>
            </a:xfrm>
          </p:grpSpPr>
          <p:sp>
            <p:nvSpPr>
              <p:cNvPr id="34119605" name="Google Shape;1284;p60"/>
              <p:cNvSpPr/>
              <p:nvPr/>
            </p:nvSpPr>
            <p:spPr bwMode="auto">
              <a:xfrm>
                <a:off x="5643449" y="3263625"/>
                <a:ext cx="57649" cy="57649"/>
              </a:xfrm>
              <a:custGeom>
                <a:avLst/>
                <a:gdLst/>
                <a:ahLst/>
                <a:cxnLst/>
                <a:rect l="l" t="t" r="r" b="b"/>
                <a:pathLst>
                  <a:path w="2306" h="2306" fill="norm" stroke="1" extrusionOk="0">
                    <a:moveTo>
                      <a:pt x="1153" y="462"/>
                    </a:moveTo>
                    <a:cubicBezTo>
                      <a:pt x="1326" y="462"/>
                      <a:pt x="1499" y="577"/>
                      <a:pt x="1671" y="692"/>
                    </a:cubicBezTo>
                    <a:cubicBezTo>
                      <a:pt x="1787" y="807"/>
                      <a:pt x="1844" y="980"/>
                      <a:pt x="1844" y="1153"/>
                    </a:cubicBezTo>
                    <a:cubicBezTo>
                      <a:pt x="1844" y="1326"/>
                      <a:pt x="1787" y="1499"/>
                      <a:pt x="1671" y="1671"/>
                    </a:cubicBezTo>
                    <a:cubicBezTo>
                      <a:pt x="1556" y="1787"/>
                      <a:pt x="1383" y="1844"/>
                      <a:pt x="1153" y="1844"/>
                    </a:cubicBezTo>
                    <a:cubicBezTo>
                      <a:pt x="980" y="1844"/>
                      <a:pt x="807" y="1787"/>
                      <a:pt x="692" y="1671"/>
                    </a:cubicBezTo>
                    <a:cubicBezTo>
                      <a:pt x="577" y="1499"/>
                      <a:pt x="519" y="1326"/>
                      <a:pt x="519" y="1153"/>
                    </a:cubicBezTo>
                    <a:cubicBezTo>
                      <a:pt x="519" y="980"/>
                      <a:pt x="577" y="807"/>
                      <a:pt x="692" y="692"/>
                    </a:cubicBezTo>
                    <a:cubicBezTo>
                      <a:pt x="807" y="577"/>
                      <a:pt x="980" y="462"/>
                      <a:pt x="1153" y="462"/>
                    </a:cubicBezTo>
                    <a:close/>
                    <a:moveTo>
                      <a:pt x="1182" y="1"/>
                    </a:moveTo>
                    <a:cubicBezTo>
                      <a:pt x="879" y="1"/>
                      <a:pt x="577" y="116"/>
                      <a:pt x="346" y="346"/>
                    </a:cubicBezTo>
                    <a:cubicBezTo>
                      <a:pt x="173" y="577"/>
                      <a:pt x="1" y="865"/>
                      <a:pt x="1" y="1153"/>
                    </a:cubicBezTo>
                    <a:cubicBezTo>
                      <a:pt x="1" y="1499"/>
                      <a:pt x="173" y="1787"/>
                      <a:pt x="346" y="1959"/>
                    </a:cubicBezTo>
                    <a:cubicBezTo>
                      <a:pt x="577" y="2190"/>
                      <a:pt x="865" y="2305"/>
                      <a:pt x="1153" y="2305"/>
                    </a:cubicBezTo>
                    <a:cubicBezTo>
                      <a:pt x="1499" y="2305"/>
                      <a:pt x="1787" y="2190"/>
                      <a:pt x="2017" y="1959"/>
                    </a:cubicBezTo>
                    <a:cubicBezTo>
                      <a:pt x="2190" y="1787"/>
                      <a:pt x="2305" y="1499"/>
                      <a:pt x="2305" y="1153"/>
                    </a:cubicBezTo>
                    <a:cubicBezTo>
                      <a:pt x="2305" y="865"/>
                      <a:pt x="2190" y="577"/>
                      <a:pt x="2017" y="346"/>
                    </a:cubicBezTo>
                    <a:cubicBezTo>
                      <a:pt x="1787" y="116"/>
                      <a:pt x="1484" y="1"/>
                      <a:pt x="11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22570122" name="Google Shape;1285;p60"/>
              <p:cNvSpPr/>
              <p:nvPr/>
            </p:nvSpPr>
            <p:spPr bwMode="auto">
              <a:xfrm>
                <a:off x="5607449" y="3227625"/>
                <a:ext cx="131074" cy="129649"/>
              </a:xfrm>
              <a:custGeom>
                <a:avLst/>
                <a:gdLst/>
                <a:ahLst/>
                <a:cxnLst/>
                <a:rect l="l" t="t" r="r" b="b"/>
                <a:pathLst>
                  <a:path w="5243" h="5186" fill="norm" stroke="1" extrusionOk="0">
                    <a:moveTo>
                      <a:pt x="2766" y="461"/>
                    </a:moveTo>
                    <a:lnTo>
                      <a:pt x="2823" y="922"/>
                    </a:lnTo>
                    <a:cubicBezTo>
                      <a:pt x="2823" y="1037"/>
                      <a:pt x="2939" y="1095"/>
                      <a:pt x="2996" y="1095"/>
                    </a:cubicBezTo>
                    <a:cubicBezTo>
                      <a:pt x="3111" y="1153"/>
                      <a:pt x="3284" y="1210"/>
                      <a:pt x="3399" y="1268"/>
                    </a:cubicBezTo>
                    <a:cubicBezTo>
                      <a:pt x="3428" y="1297"/>
                      <a:pt x="3471" y="1311"/>
                      <a:pt x="3515" y="1311"/>
                    </a:cubicBezTo>
                    <a:cubicBezTo>
                      <a:pt x="3558" y="1311"/>
                      <a:pt x="3601" y="1297"/>
                      <a:pt x="3630" y="1268"/>
                    </a:cubicBezTo>
                    <a:lnTo>
                      <a:pt x="4033" y="980"/>
                    </a:lnTo>
                    <a:lnTo>
                      <a:pt x="4206" y="1153"/>
                    </a:lnTo>
                    <a:lnTo>
                      <a:pt x="3976" y="1556"/>
                    </a:lnTo>
                    <a:cubicBezTo>
                      <a:pt x="3918" y="1613"/>
                      <a:pt x="3918" y="1729"/>
                      <a:pt x="3918" y="1844"/>
                    </a:cubicBezTo>
                    <a:cubicBezTo>
                      <a:pt x="4033" y="1959"/>
                      <a:pt x="4091" y="2074"/>
                      <a:pt x="4091" y="2190"/>
                    </a:cubicBezTo>
                    <a:cubicBezTo>
                      <a:pt x="4148" y="2305"/>
                      <a:pt x="4206" y="2362"/>
                      <a:pt x="4264" y="2362"/>
                    </a:cubicBezTo>
                    <a:lnTo>
                      <a:pt x="4724" y="2478"/>
                    </a:lnTo>
                    <a:lnTo>
                      <a:pt x="4724" y="2708"/>
                    </a:lnTo>
                    <a:lnTo>
                      <a:pt x="4264" y="2823"/>
                    </a:lnTo>
                    <a:cubicBezTo>
                      <a:pt x="4206" y="2823"/>
                      <a:pt x="4148" y="2881"/>
                      <a:pt x="4091" y="2996"/>
                    </a:cubicBezTo>
                    <a:cubicBezTo>
                      <a:pt x="4091" y="3111"/>
                      <a:pt x="4033" y="3227"/>
                      <a:pt x="3918" y="3399"/>
                    </a:cubicBezTo>
                    <a:cubicBezTo>
                      <a:pt x="3860" y="3457"/>
                      <a:pt x="3918" y="3572"/>
                      <a:pt x="3918" y="3630"/>
                    </a:cubicBezTo>
                    <a:lnTo>
                      <a:pt x="4206" y="4033"/>
                    </a:lnTo>
                    <a:lnTo>
                      <a:pt x="4033" y="4206"/>
                    </a:lnTo>
                    <a:lnTo>
                      <a:pt x="3630" y="3918"/>
                    </a:lnTo>
                    <a:cubicBezTo>
                      <a:pt x="3601" y="3889"/>
                      <a:pt x="3558" y="3875"/>
                      <a:pt x="3515" y="3875"/>
                    </a:cubicBezTo>
                    <a:cubicBezTo>
                      <a:pt x="3471" y="3875"/>
                      <a:pt x="3428" y="3889"/>
                      <a:pt x="3399" y="3918"/>
                    </a:cubicBezTo>
                    <a:cubicBezTo>
                      <a:pt x="3284" y="3976"/>
                      <a:pt x="3111" y="4033"/>
                      <a:pt x="2996" y="4091"/>
                    </a:cubicBezTo>
                    <a:cubicBezTo>
                      <a:pt x="2881" y="4091"/>
                      <a:pt x="2823" y="4206"/>
                      <a:pt x="2823" y="4264"/>
                    </a:cubicBezTo>
                    <a:lnTo>
                      <a:pt x="2708" y="4724"/>
                    </a:lnTo>
                    <a:lnTo>
                      <a:pt x="2478" y="4724"/>
                    </a:lnTo>
                    <a:lnTo>
                      <a:pt x="2362" y="4264"/>
                    </a:lnTo>
                    <a:cubicBezTo>
                      <a:pt x="2362" y="4206"/>
                      <a:pt x="2305" y="4091"/>
                      <a:pt x="2190" y="4091"/>
                    </a:cubicBezTo>
                    <a:cubicBezTo>
                      <a:pt x="2074" y="4033"/>
                      <a:pt x="1959" y="3976"/>
                      <a:pt x="1844" y="3918"/>
                    </a:cubicBezTo>
                    <a:cubicBezTo>
                      <a:pt x="1786" y="3889"/>
                      <a:pt x="1729" y="3875"/>
                      <a:pt x="1678" y="3875"/>
                    </a:cubicBezTo>
                    <a:cubicBezTo>
                      <a:pt x="1628" y="3875"/>
                      <a:pt x="1585" y="3889"/>
                      <a:pt x="1556" y="3918"/>
                    </a:cubicBezTo>
                    <a:lnTo>
                      <a:pt x="1210" y="4206"/>
                    </a:lnTo>
                    <a:lnTo>
                      <a:pt x="980" y="4033"/>
                    </a:lnTo>
                    <a:lnTo>
                      <a:pt x="1268" y="3630"/>
                    </a:lnTo>
                    <a:cubicBezTo>
                      <a:pt x="1325" y="3572"/>
                      <a:pt x="1325" y="3457"/>
                      <a:pt x="1268" y="3399"/>
                    </a:cubicBezTo>
                    <a:cubicBezTo>
                      <a:pt x="1210" y="3227"/>
                      <a:pt x="1153" y="3111"/>
                      <a:pt x="1095" y="2996"/>
                    </a:cubicBezTo>
                    <a:cubicBezTo>
                      <a:pt x="1095" y="2881"/>
                      <a:pt x="1037" y="2823"/>
                      <a:pt x="922" y="2823"/>
                    </a:cubicBezTo>
                    <a:lnTo>
                      <a:pt x="461" y="2708"/>
                    </a:lnTo>
                    <a:lnTo>
                      <a:pt x="461" y="2478"/>
                    </a:lnTo>
                    <a:lnTo>
                      <a:pt x="922" y="2362"/>
                    </a:lnTo>
                    <a:cubicBezTo>
                      <a:pt x="1037" y="2362"/>
                      <a:pt x="1095" y="2305"/>
                      <a:pt x="1095" y="2190"/>
                    </a:cubicBezTo>
                    <a:cubicBezTo>
                      <a:pt x="1153" y="2074"/>
                      <a:pt x="1210" y="1959"/>
                      <a:pt x="1268" y="1844"/>
                    </a:cubicBezTo>
                    <a:cubicBezTo>
                      <a:pt x="1325" y="1729"/>
                      <a:pt x="1325" y="1613"/>
                      <a:pt x="1268" y="1556"/>
                    </a:cubicBezTo>
                    <a:lnTo>
                      <a:pt x="1037" y="1153"/>
                    </a:lnTo>
                    <a:lnTo>
                      <a:pt x="1210" y="980"/>
                    </a:lnTo>
                    <a:lnTo>
                      <a:pt x="1556" y="1268"/>
                    </a:lnTo>
                    <a:cubicBezTo>
                      <a:pt x="1613" y="1297"/>
                      <a:pt x="1657" y="1311"/>
                      <a:pt x="1700" y="1311"/>
                    </a:cubicBezTo>
                    <a:cubicBezTo>
                      <a:pt x="1743" y="1311"/>
                      <a:pt x="1786" y="1297"/>
                      <a:pt x="1844" y="1268"/>
                    </a:cubicBezTo>
                    <a:cubicBezTo>
                      <a:pt x="1959" y="1210"/>
                      <a:pt x="2074" y="1153"/>
                      <a:pt x="2247" y="1095"/>
                    </a:cubicBezTo>
                    <a:cubicBezTo>
                      <a:pt x="2305" y="1095"/>
                      <a:pt x="2362" y="1037"/>
                      <a:pt x="2420" y="922"/>
                    </a:cubicBezTo>
                    <a:lnTo>
                      <a:pt x="2478" y="461"/>
                    </a:lnTo>
                    <a:close/>
                    <a:moveTo>
                      <a:pt x="2305" y="0"/>
                    </a:moveTo>
                    <a:cubicBezTo>
                      <a:pt x="2190" y="0"/>
                      <a:pt x="2074" y="58"/>
                      <a:pt x="2074" y="173"/>
                    </a:cubicBezTo>
                    <a:lnTo>
                      <a:pt x="1959" y="692"/>
                    </a:lnTo>
                    <a:cubicBezTo>
                      <a:pt x="1902" y="749"/>
                      <a:pt x="1786" y="749"/>
                      <a:pt x="1729" y="807"/>
                    </a:cubicBezTo>
                    <a:lnTo>
                      <a:pt x="1325" y="519"/>
                    </a:lnTo>
                    <a:cubicBezTo>
                      <a:pt x="1277" y="470"/>
                      <a:pt x="1228" y="452"/>
                      <a:pt x="1179" y="452"/>
                    </a:cubicBezTo>
                    <a:cubicBezTo>
                      <a:pt x="1113" y="452"/>
                      <a:pt x="1046" y="486"/>
                      <a:pt x="980" y="519"/>
                    </a:cubicBezTo>
                    <a:lnTo>
                      <a:pt x="519" y="980"/>
                    </a:lnTo>
                    <a:cubicBezTo>
                      <a:pt x="461" y="1095"/>
                      <a:pt x="461" y="1210"/>
                      <a:pt x="519" y="1268"/>
                    </a:cubicBezTo>
                    <a:lnTo>
                      <a:pt x="807" y="1729"/>
                    </a:lnTo>
                    <a:cubicBezTo>
                      <a:pt x="749" y="1786"/>
                      <a:pt x="749" y="1844"/>
                      <a:pt x="692" y="1959"/>
                    </a:cubicBezTo>
                    <a:lnTo>
                      <a:pt x="231" y="2017"/>
                    </a:lnTo>
                    <a:cubicBezTo>
                      <a:pt x="58" y="2074"/>
                      <a:pt x="0" y="2132"/>
                      <a:pt x="0" y="2247"/>
                    </a:cubicBezTo>
                    <a:lnTo>
                      <a:pt x="0" y="2939"/>
                    </a:lnTo>
                    <a:cubicBezTo>
                      <a:pt x="0" y="3054"/>
                      <a:pt x="116" y="3169"/>
                      <a:pt x="231" y="3169"/>
                    </a:cubicBezTo>
                    <a:lnTo>
                      <a:pt x="692" y="3284"/>
                    </a:lnTo>
                    <a:cubicBezTo>
                      <a:pt x="749" y="3342"/>
                      <a:pt x="749" y="3399"/>
                      <a:pt x="807" y="3457"/>
                    </a:cubicBezTo>
                    <a:lnTo>
                      <a:pt x="519" y="3918"/>
                    </a:lnTo>
                    <a:cubicBezTo>
                      <a:pt x="461" y="3976"/>
                      <a:pt x="461" y="4148"/>
                      <a:pt x="519" y="4206"/>
                    </a:cubicBezTo>
                    <a:lnTo>
                      <a:pt x="980" y="4667"/>
                    </a:lnTo>
                    <a:cubicBezTo>
                      <a:pt x="1047" y="4734"/>
                      <a:pt x="1115" y="4762"/>
                      <a:pt x="1182" y="4762"/>
                    </a:cubicBezTo>
                    <a:cubicBezTo>
                      <a:pt x="1230" y="4762"/>
                      <a:pt x="1278" y="4748"/>
                      <a:pt x="1325" y="4724"/>
                    </a:cubicBezTo>
                    <a:lnTo>
                      <a:pt x="1729" y="4436"/>
                    </a:lnTo>
                    <a:cubicBezTo>
                      <a:pt x="1786" y="4436"/>
                      <a:pt x="1902" y="4494"/>
                      <a:pt x="1959" y="4494"/>
                    </a:cubicBezTo>
                    <a:lnTo>
                      <a:pt x="2074" y="5013"/>
                    </a:lnTo>
                    <a:cubicBezTo>
                      <a:pt x="2074" y="5128"/>
                      <a:pt x="2190" y="5185"/>
                      <a:pt x="2305" y="5185"/>
                    </a:cubicBezTo>
                    <a:lnTo>
                      <a:pt x="2939" y="5185"/>
                    </a:lnTo>
                    <a:cubicBezTo>
                      <a:pt x="3054" y="5185"/>
                      <a:pt x="3169" y="5128"/>
                      <a:pt x="3169" y="5013"/>
                    </a:cubicBezTo>
                    <a:lnTo>
                      <a:pt x="3284" y="4494"/>
                    </a:lnTo>
                    <a:cubicBezTo>
                      <a:pt x="3342" y="4494"/>
                      <a:pt x="3399" y="4436"/>
                      <a:pt x="3515" y="4436"/>
                    </a:cubicBezTo>
                    <a:lnTo>
                      <a:pt x="3918" y="4724"/>
                    </a:lnTo>
                    <a:cubicBezTo>
                      <a:pt x="3966" y="4748"/>
                      <a:pt x="4013" y="4762"/>
                      <a:pt x="4057" y="4762"/>
                    </a:cubicBezTo>
                    <a:cubicBezTo>
                      <a:pt x="4119" y="4762"/>
                      <a:pt x="4172" y="4734"/>
                      <a:pt x="4206" y="4667"/>
                    </a:cubicBezTo>
                    <a:lnTo>
                      <a:pt x="4667" y="4206"/>
                    </a:lnTo>
                    <a:cubicBezTo>
                      <a:pt x="4782" y="4148"/>
                      <a:pt x="4782" y="3976"/>
                      <a:pt x="4724" y="3918"/>
                    </a:cubicBezTo>
                    <a:lnTo>
                      <a:pt x="4436" y="3457"/>
                    </a:lnTo>
                    <a:cubicBezTo>
                      <a:pt x="4436" y="3399"/>
                      <a:pt x="4494" y="3342"/>
                      <a:pt x="4494" y="3284"/>
                    </a:cubicBezTo>
                    <a:lnTo>
                      <a:pt x="5013" y="3169"/>
                    </a:lnTo>
                    <a:cubicBezTo>
                      <a:pt x="5128" y="3169"/>
                      <a:pt x="5243" y="3054"/>
                      <a:pt x="5243" y="2939"/>
                    </a:cubicBezTo>
                    <a:lnTo>
                      <a:pt x="5243" y="2247"/>
                    </a:lnTo>
                    <a:cubicBezTo>
                      <a:pt x="5243" y="2132"/>
                      <a:pt x="5128" y="2074"/>
                      <a:pt x="5013" y="2017"/>
                    </a:cubicBezTo>
                    <a:lnTo>
                      <a:pt x="4494" y="1959"/>
                    </a:lnTo>
                    <a:cubicBezTo>
                      <a:pt x="4494" y="1844"/>
                      <a:pt x="4436" y="1786"/>
                      <a:pt x="4436" y="1729"/>
                    </a:cubicBezTo>
                    <a:lnTo>
                      <a:pt x="4724" y="1268"/>
                    </a:lnTo>
                    <a:cubicBezTo>
                      <a:pt x="4782" y="1210"/>
                      <a:pt x="4782" y="1095"/>
                      <a:pt x="4667" y="980"/>
                    </a:cubicBezTo>
                    <a:lnTo>
                      <a:pt x="4206" y="519"/>
                    </a:lnTo>
                    <a:cubicBezTo>
                      <a:pt x="4173" y="486"/>
                      <a:pt x="4120" y="452"/>
                      <a:pt x="4060" y="452"/>
                    </a:cubicBezTo>
                    <a:cubicBezTo>
                      <a:pt x="4015" y="452"/>
                      <a:pt x="3967" y="470"/>
                      <a:pt x="3918" y="519"/>
                    </a:cubicBezTo>
                    <a:lnTo>
                      <a:pt x="3515" y="807"/>
                    </a:lnTo>
                    <a:cubicBezTo>
                      <a:pt x="3399" y="749"/>
                      <a:pt x="3342" y="692"/>
                      <a:pt x="3284" y="692"/>
                    </a:cubicBezTo>
                    <a:lnTo>
                      <a:pt x="3169" y="173"/>
                    </a:lnTo>
                    <a:cubicBezTo>
                      <a:pt x="3169" y="58"/>
                      <a:pt x="3054" y="0"/>
                      <a:pt x="29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857170056" name="Google Shape;1286;p60"/>
              <p:cNvSpPr/>
              <p:nvPr/>
            </p:nvSpPr>
            <p:spPr bwMode="auto">
              <a:xfrm>
                <a:off x="5571449" y="3540150"/>
                <a:ext cx="36024" cy="63399"/>
              </a:xfrm>
              <a:custGeom>
                <a:avLst/>
                <a:gdLst/>
                <a:ahLst/>
                <a:cxnLst/>
                <a:rect l="l" t="t" r="r" b="b"/>
                <a:pathLst>
                  <a:path w="1441" h="2536" fill="norm" stroke="1" extrusionOk="0">
                    <a:moveTo>
                      <a:pt x="749" y="1"/>
                    </a:moveTo>
                    <a:cubicBezTo>
                      <a:pt x="576" y="1"/>
                      <a:pt x="461" y="58"/>
                      <a:pt x="461" y="231"/>
                    </a:cubicBezTo>
                    <a:lnTo>
                      <a:pt x="461" y="289"/>
                    </a:lnTo>
                    <a:cubicBezTo>
                      <a:pt x="461" y="289"/>
                      <a:pt x="173" y="519"/>
                      <a:pt x="115" y="750"/>
                    </a:cubicBezTo>
                    <a:cubicBezTo>
                      <a:pt x="58" y="923"/>
                      <a:pt x="173" y="1095"/>
                      <a:pt x="288" y="1211"/>
                    </a:cubicBezTo>
                    <a:cubicBezTo>
                      <a:pt x="403" y="1326"/>
                      <a:pt x="634" y="1441"/>
                      <a:pt x="807" y="1499"/>
                    </a:cubicBezTo>
                    <a:cubicBezTo>
                      <a:pt x="864" y="1499"/>
                      <a:pt x="922" y="1556"/>
                      <a:pt x="864" y="1614"/>
                    </a:cubicBezTo>
                    <a:cubicBezTo>
                      <a:pt x="864" y="1672"/>
                      <a:pt x="807" y="1787"/>
                      <a:pt x="691" y="1787"/>
                    </a:cubicBezTo>
                    <a:cubicBezTo>
                      <a:pt x="576" y="1787"/>
                      <a:pt x="519" y="1787"/>
                      <a:pt x="461" y="1729"/>
                    </a:cubicBezTo>
                    <a:cubicBezTo>
                      <a:pt x="413" y="1705"/>
                      <a:pt x="356" y="1691"/>
                      <a:pt x="300" y="1691"/>
                    </a:cubicBezTo>
                    <a:cubicBezTo>
                      <a:pt x="222" y="1691"/>
                      <a:pt x="149" y="1719"/>
                      <a:pt x="115" y="1787"/>
                    </a:cubicBezTo>
                    <a:cubicBezTo>
                      <a:pt x="0" y="1902"/>
                      <a:pt x="58" y="2017"/>
                      <a:pt x="173" y="2132"/>
                    </a:cubicBezTo>
                    <a:cubicBezTo>
                      <a:pt x="288" y="2190"/>
                      <a:pt x="519" y="2248"/>
                      <a:pt x="519" y="2248"/>
                    </a:cubicBezTo>
                    <a:lnTo>
                      <a:pt x="519" y="2305"/>
                    </a:lnTo>
                    <a:cubicBezTo>
                      <a:pt x="519" y="2421"/>
                      <a:pt x="576" y="2536"/>
                      <a:pt x="691" y="2536"/>
                    </a:cubicBezTo>
                    <a:lnTo>
                      <a:pt x="749" y="2536"/>
                    </a:lnTo>
                    <a:cubicBezTo>
                      <a:pt x="864" y="2536"/>
                      <a:pt x="922" y="2478"/>
                      <a:pt x="922" y="2363"/>
                    </a:cubicBezTo>
                    <a:lnTo>
                      <a:pt x="922" y="2248"/>
                    </a:lnTo>
                    <a:cubicBezTo>
                      <a:pt x="1152" y="2132"/>
                      <a:pt x="1325" y="1960"/>
                      <a:pt x="1383" y="1729"/>
                    </a:cubicBezTo>
                    <a:cubicBezTo>
                      <a:pt x="1440" y="1441"/>
                      <a:pt x="1268" y="1153"/>
                      <a:pt x="980" y="1038"/>
                    </a:cubicBezTo>
                    <a:cubicBezTo>
                      <a:pt x="864" y="1038"/>
                      <a:pt x="749" y="980"/>
                      <a:pt x="634" y="923"/>
                    </a:cubicBezTo>
                    <a:cubicBezTo>
                      <a:pt x="576" y="865"/>
                      <a:pt x="576" y="807"/>
                      <a:pt x="634" y="750"/>
                    </a:cubicBezTo>
                    <a:cubicBezTo>
                      <a:pt x="691" y="731"/>
                      <a:pt x="736" y="724"/>
                      <a:pt x="770" y="724"/>
                    </a:cubicBezTo>
                    <a:cubicBezTo>
                      <a:pt x="839" y="724"/>
                      <a:pt x="864" y="750"/>
                      <a:pt x="864" y="750"/>
                    </a:cubicBezTo>
                    <a:cubicBezTo>
                      <a:pt x="864" y="750"/>
                      <a:pt x="941" y="827"/>
                      <a:pt x="1026" y="827"/>
                    </a:cubicBezTo>
                    <a:cubicBezTo>
                      <a:pt x="1069" y="827"/>
                      <a:pt x="1114" y="807"/>
                      <a:pt x="1152" y="750"/>
                    </a:cubicBezTo>
                    <a:cubicBezTo>
                      <a:pt x="1325" y="577"/>
                      <a:pt x="1152" y="404"/>
                      <a:pt x="1152" y="404"/>
                    </a:cubicBezTo>
                    <a:cubicBezTo>
                      <a:pt x="1152" y="404"/>
                      <a:pt x="1037" y="347"/>
                      <a:pt x="922" y="289"/>
                    </a:cubicBezTo>
                    <a:lnTo>
                      <a:pt x="922" y="231"/>
                    </a:lnTo>
                    <a:cubicBezTo>
                      <a:pt x="922" y="116"/>
                      <a:pt x="864" y="1"/>
                      <a:pt x="74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  <p:sp>
            <p:nvSpPr>
              <p:cNvPr id="1678948955" name="Google Shape;1287;p60"/>
              <p:cNvSpPr/>
              <p:nvPr/>
            </p:nvSpPr>
            <p:spPr bwMode="auto">
              <a:xfrm>
                <a:off x="5434624" y="3254999"/>
                <a:ext cx="309674" cy="374474"/>
              </a:xfrm>
              <a:custGeom>
                <a:avLst/>
                <a:gdLst/>
                <a:ahLst/>
                <a:cxnLst/>
                <a:rect l="l" t="t" r="r" b="b"/>
                <a:pathLst>
                  <a:path w="12387" h="14979" fill="norm" stroke="1" extrusionOk="0">
                    <a:moveTo>
                      <a:pt x="3727" y="2472"/>
                    </a:moveTo>
                    <a:cubicBezTo>
                      <a:pt x="4263" y="2472"/>
                      <a:pt x="4724" y="2913"/>
                      <a:pt x="4724" y="3457"/>
                    </a:cubicBezTo>
                    <a:cubicBezTo>
                      <a:pt x="4724" y="3975"/>
                      <a:pt x="4321" y="4378"/>
                      <a:pt x="3802" y="4436"/>
                    </a:cubicBezTo>
                    <a:lnTo>
                      <a:pt x="3572" y="4436"/>
                    </a:lnTo>
                    <a:cubicBezTo>
                      <a:pt x="3053" y="4378"/>
                      <a:pt x="2650" y="3918"/>
                      <a:pt x="2708" y="3341"/>
                    </a:cubicBezTo>
                    <a:cubicBezTo>
                      <a:pt x="2765" y="2881"/>
                      <a:pt x="3111" y="2477"/>
                      <a:pt x="3630" y="2477"/>
                    </a:cubicBezTo>
                    <a:cubicBezTo>
                      <a:pt x="3662" y="2474"/>
                      <a:pt x="3695" y="2472"/>
                      <a:pt x="3727" y="2472"/>
                    </a:cubicBezTo>
                    <a:close/>
                    <a:moveTo>
                      <a:pt x="3918" y="518"/>
                    </a:moveTo>
                    <a:lnTo>
                      <a:pt x="4090" y="1152"/>
                    </a:lnTo>
                    <a:cubicBezTo>
                      <a:pt x="4090" y="1267"/>
                      <a:pt x="4148" y="1325"/>
                      <a:pt x="4263" y="1383"/>
                    </a:cubicBezTo>
                    <a:cubicBezTo>
                      <a:pt x="4436" y="1440"/>
                      <a:pt x="4609" y="1498"/>
                      <a:pt x="4782" y="1613"/>
                    </a:cubicBezTo>
                    <a:lnTo>
                      <a:pt x="5070" y="1613"/>
                    </a:lnTo>
                    <a:lnTo>
                      <a:pt x="5588" y="1210"/>
                    </a:lnTo>
                    <a:lnTo>
                      <a:pt x="5992" y="1555"/>
                    </a:lnTo>
                    <a:lnTo>
                      <a:pt x="5588" y="2132"/>
                    </a:lnTo>
                    <a:cubicBezTo>
                      <a:pt x="5531" y="2189"/>
                      <a:pt x="5531" y="2304"/>
                      <a:pt x="5588" y="2362"/>
                    </a:cubicBezTo>
                    <a:cubicBezTo>
                      <a:pt x="5646" y="2535"/>
                      <a:pt x="5761" y="2708"/>
                      <a:pt x="5819" y="2938"/>
                    </a:cubicBezTo>
                    <a:cubicBezTo>
                      <a:pt x="5819" y="2996"/>
                      <a:pt x="5876" y="3053"/>
                      <a:pt x="5992" y="3111"/>
                    </a:cubicBezTo>
                    <a:lnTo>
                      <a:pt x="6683" y="3226"/>
                    </a:lnTo>
                    <a:lnTo>
                      <a:pt x="6683" y="3687"/>
                    </a:lnTo>
                    <a:lnTo>
                      <a:pt x="5992" y="3860"/>
                    </a:lnTo>
                    <a:cubicBezTo>
                      <a:pt x="5876" y="3860"/>
                      <a:pt x="5819" y="3918"/>
                      <a:pt x="5819" y="4033"/>
                    </a:cubicBezTo>
                    <a:cubicBezTo>
                      <a:pt x="5761" y="4148"/>
                      <a:pt x="5704" y="4321"/>
                      <a:pt x="5646" y="4436"/>
                    </a:cubicBezTo>
                    <a:lnTo>
                      <a:pt x="4782" y="4436"/>
                    </a:lnTo>
                    <a:cubicBezTo>
                      <a:pt x="5070" y="4148"/>
                      <a:pt x="5185" y="3802"/>
                      <a:pt x="5185" y="3341"/>
                    </a:cubicBezTo>
                    <a:cubicBezTo>
                      <a:pt x="5127" y="2650"/>
                      <a:pt x="4551" y="2016"/>
                      <a:pt x="3802" y="1959"/>
                    </a:cubicBezTo>
                    <a:cubicBezTo>
                      <a:pt x="3769" y="1957"/>
                      <a:pt x="3735" y="1955"/>
                      <a:pt x="3702" y="1955"/>
                    </a:cubicBezTo>
                    <a:cubicBezTo>
                      <a:pt x="2885" y="1955"/>
                      <a:pt x="2247" y="2626"/>
                      <a:pt x="2247" y="3457"/>
                    </a:cubicBezTo>
                    <a:cubicBezTo>
                      <a:pt x="2247" y="3860"/>
                      <a:pt x="2362" y="4206"/>
                      <a:pt x="2593" y="4436"/>
                    </a:cubicBezTo>
                    <a:lnTo>
                      <a:pt x="1786" y="4436"/>
                    </a:lnTo>
                    <a:cubicBezTo>
                      <a:pt x="1728" y="4321"/>
                      <a:pt x="1671" y="4148"/>
                      <a:pt x="1613" y="3975"/>
                    </a:cubicBezTo>
                    <a:lnTo>
                      <a:pt x="1613" y="4033"/>
                    </a:lnTo>
                    <a:cubicBezTo>
                      <a:pt x="1556" y="3918"/>
                      <a:pt x="1498" y="3860"/>
                      <a:pt x="1383" y="3860"/>
                    </a:cubicBezTo>
                    <a:lnTo>
                      <a:pt x="749" y="3687"/>
                    </a:lnTo>
                    <a:lnTo>
                      <a:pt x="749" y="3226"/>
                    </a:lnTo>
                    <a:lnTo>
                      <a:pt x="1383" y="3111"/>
                    </a:lnTo>
                    <a:cubicBezTo>
                      <a:pt x="1498" y="3053"/>
                      <a:pt x="1556" y="2996"/>
                      <a:pt x="1613" y="2938"/>
                    </a:cubicBezTo>
                    <a:cubicBezTo>
                      <a:pt x="1613" y="2708"/>
                      <a:pt x="1728" y="2535"/>
                      <a:pt x="1844" y="2362"/>
                    </a:cubicBezTo>
                    <a:cubicBezTo>
                      <a:pt x="1844" y="2304"/>
                      <a:pt x="1844" y="2189"/>
                      <a:pt x="1786" y="2132"/>
                    </a:cubicBezTo>
                    <a:lnTo>
                      <a:pt x="1440" y="1555"/>
                    </a:lnTo>
                    <a:lnTo>
                      <a:pt x="1786" y="1210"/>
                    </a:lnTo>
                    <a:lnTo>
                      <a:pt x="2362" y="1613"/>
                    </a:lnTo>
                    <a:cubicBezTo>
                      <a:pt x="2401" y="1613"/>
                      <a:pt x="2465" y="1639"/>
                      <a:pt x="2520" y="1639"/>
                    </a:cubicBezTo>
                    <a:cubicBezTo>
                      <a:pt x="2548" y="1639"/>
                      <a:pt x="2573" y="1632"/>
                      <a:pt x="2593" y="1613"/>
                    </a:cubicBezTo>
                    <a:cubicBezTo>
                      <a:pt x="2765" y="1498"/>
                      <a:pt x="2938" y="1440"/>
                      <a:pt x="3169" y="1383"/>
                    </a:cubicBezTo>
                    <a:cubicBezTo>
                      <a:pt x="3226" y="1325"/>
                      <a:pt x="3284" y="1267"/>
                      <a:pt x="3342" y="1152"/>
                    </a:cubicBezTo>
                    <a:lnTo>
                      <a:pt x="3457" y="518"/>
                    </a:lnTo>
                    <a:close/>
                    <a:moveTo>
                      <a:pt x="11465" y="4955"/>
                    </a:moveTo>
                    <a:cubicBezTo>
                      <a:pt x="11753" y="4955"/>
                      <a:pt x="11753" y="5415"/>
                      <a:pt x="11465" y="5415"/>
                    </a:cubicBezTo>
                    <a:lnTo>
                      <a:pt x="4033" y="5415"/>
                    </a:lnTo>
                    <a:cubicBezTo>
                      <a:pt x="3918" y="5415"/>
                      <a:pt x="3802" y="5473"/>
                      <a:pt x="3745" y="5588"/>
                    </a:cubicBezTo>
                    <a:cubicBezTo>
                      <a:pt x="3745" y="5761"/>
                      <a:pt x="3860" y="5876"/>
                      <a:pt x="3975" y="5876"/>
                    </a:cubicBezTo>
                    <a:lnTo>
                      <a:pt x="10658" y="5876"/>
                    </a:lnTo>
                    <a:cubicBezTo>
                      <a:pt x="9909" y="6568"/>
                      <a:pt x="7432" y="8930"/>
                      <a:pt x="6913" y="9448"/>
                    </a:cubicBezTo>
                    <a:cubicBezTo>
                      <a:pt x="6856" y="9506"/>
                      <a:pt x="6856" y="9563"/>
                      <a:pt x="6856" y="9621"/>
                    </a:cubicBezTo>
                    <a:lnTo>
                      <a:pt x="6856" y="10485"/>
                    </a:lnTo>
                    <a:cubicBezTo>
                      <a:pt x="6654" y="10428"/>
                      <a:pt x="6438" y="10399"/>
                      <a:pt x="6222" y="10399"/>
                    </a:cubicBezTo>
                    <a:cubicBezTo>
                      <a:pt x="6006" y="10399"/>
                      <a:pt x="5790" y="10428"/>
                      <a:pt x="5588" y="10485"/>
                    </a:cubicBezTo>
                    <a:lnTo>
                      <a:pt x="5588" y="9851"/>
                    </a:lnTo>
                    <a:cubicBezTo>
                      <a:pt x="5588" y="9679"/>
                      <a:pt x="5588" y="9563"/>
                      <a:pt x="5473" y="9391"/>
                    </a:cubicBezTo>
                    <a:cubicBezTo>
                      <a:pt x="5300" y="9218"/>
                      <a:pt x="1786" y="5876"/>
                      <a:pt x="1786" y="5876"/>
                    </a:cubicBezTo>
                    <a:lnTo>
                      <a:pt x="2765" y="5876"/>
                    </a:lnTo>
                    <a:cubicBezTo>
                      <a:pt x="2881" y="5876"/>
                      <a:pt x="2996" y="5761"/>
                      <a:pt x="2996" y="5588"/>
                    </a:cubicBezTo>
                    <a:cubicBezTo>
                      <a:pt x="2938" y="5473"/>
                      <a:pt x="2823" y="5415"/>
                      <a:pt x="2765" y="5415"/>
                    </a:cubicBezTo>
                    <a:lnTo>
                      <a:pt x="979" y="5415"/>
                    </a:lnTo>
                    <a:cubicBezTo>
                      <a:pt x="634" y="5415"/>
                      <a:pt x="634" y="4955"/>
                      <a:pt x="979" y="4955"/>
                    </a:cubicBezTo>
                    <a:close/>
                    <a:moveTo>
                      <a:pt x="3226" y="0"/>
                    </a:moveTo>
                    <a:cubicBezTo>
                      <a:pt x="3111" y="0"/>
                      <a:pt x="2996" y="115"/>
                      <a:pt x="2996" y="230"/>
                    </a:cubicBezTo>
                    <a:lnTo>
                      <a:pt x="2881" y="922"/>
                    </a:lnTo>
                    <a:cubicBezTo>
                      <a:pt x="2708" y="979"/>
                      <a:pt x="2593" y="1037"/>
                      <a:pt x="2477" y="1095"/>
                    </a:cubicBezTo>
                    <a:lnTo>
                      <a:pt x="1844" y="691"/>
                    </a:lnTo>
                    <a:cubicBezTo>
                      <a:pt x="1815" y="663"/>
                      <a:pt x="1757" y="648"/>
                      <a:pt x="1700" y="648"/>
                    </a:cubicBezTo>
                    <a:cubicBezTo>
                      <a:pt x="1642" y="648"/>
                      <a:pt x="1584" y="663"/>
                      <a:pt x="1556" y="691"/>
                    </a:cubicBezTo>
                    <a:lnTo>
                      <a:pt x="922" y="1325"/>
                    </a:lnTo>
                    <a:cubicBezTo>
                      <a:pt x="864" y="1440"/>
                      <a:pt x="864" y="1555"/>
                      <a:pt x="922" y="1671"/>
                    </a:cubicBezTo>
                    <a:lnTo>
                      <a:pt x="1325" y="2247"/>
                    </a:lnTo>
                    <a:cubicBezTo>
                      <a:pt x="1268" y="2420"/>
                      <a:pt x="1210" y="2535"/>
                      <a:pt x="1152" y="2650"/>
                    </a:cubicBezTo>
                    <a:lnTo>
                      <a:pt x="461" y="2765"/>
                    </a:lnTo>
                    <a:cubicBezTo>
                      <a:pt x="346" y="2823"/>
                      <a:pt x="231" y="2881"/>
                      <a:pt x="231" y="2996"/>
                    </a:cubicBezTo>
                    <a:lnTo>
                      <a:pt x="231" y="4090"/>
                    </a:lnTo>
                    <a:lnTo>
                      <a:pt x="288" y="4090"/>
                    </a:lnTo>
                    <a:lnTo>
                      <a:pt x="1152" y="4263"/>
                    </a:lnTo>
                    <a:cubicBezTo>
                      <a:pt x="1210" y="4321"/>
                      <a:pt x="1210" y="4378"/>
                      <a:pt x="1210" y="4436"/>
                    </a:cubicBezTo>
                    <a:lnTo>
                      <a:pt x="922" y="4436"/>
                    </a:lnTo>
                    <a:cubicBezTo>
                      <a:pt x="58" y="4436"/>
                      <a:pt x="0" y="5876"/>
                      <a:pt x="922" y="5876"/>
                    </a:cubicBezTo>
                    <a:lnTo>
                      <a:pt x="1095" y="5876"/>
                    </a:lnTo>
                    <a:cubicBezTo>
                      <a:pt x="1095" y="5876"/>
                      <a:pt x="4897" y="9563"/>
                      <a:pt x="5070" y="9736"/>
                    </a:cubicBezTo>
                    <a:cubicBezTo>
                      <a:pt x="5070" y="10024"/>
                      <a:pt x="5070" y="10370"/>
                      <a:pt x="5070" y="10658"/>
                    </a:cubicBezTo>
                    <a:cubicBezTo>
                      <a:pt x="4379" y="11061"/>
                      <a:pt x="3860" y="11810"/>
                      <a:pt x="3860" y="12674"/>
                    </a:cubicBezTo>
                    <a:cubicBezTo>
                      <a:pt x="3860" y="13942"/>
                      <a:pt x="4897" y="14979"/>
                      <a:pt x="6222" y="14979"/>
                    </a:cubicBezTo>
                    <a:cubicBezTo>
                      <a:pt x="6683" y="14979"/>
                      <a:pt x="7144" y="14864"/>
                      <a:pt x="7547" y="14575"/>
                    </a:cubicBezTo>
                    <a:cubicBezTo>
                      <a:pt x="7720" y="14460"/>
                      <a:pt x="7662" y="14172"/>
                      <a:pt x="7374" y="14115"/>
                    </a:cubicBezTo>
                    <a:lnTo>
                      <a:pt x="7317" y="14115"/>
                    </a:lnTo>
                    <a:cubicBezTo>
                      <a:pt x="7007" y="14368"/>
                      <a:pt x="6616" y="14511"/>
                      <a:pt x="6202" y="14511"/>
                    </a:cubicBezTo>
                    <a:cubicBezTo>
                      <a:pt x="5768" y="14511"/>
                      <a:pt x="5310" y="14353"/>
                      <a:pt x="4897" y="13999"/>
                    </a:cubicBezTo>
                    <a:lnTo>
                      <a:pt x="4839" y="13999"/>
                    </a:lnTo>
                    <a:cubicBezTo>
                      <a:pt x="3724" y="12482"/>
                      <a:pt x="4786" y="10827"/>
                      <a:pt x="6231" y="10827"/>
                    </a:cubicBezTo>
                    <a:cubicBezTo>
                      <a:pt x="6652" y="10827"/>
                      <a:pt x="7106" y="10967"/>
                      <a:pt x="7547" y="11292"/>
                    </a:cubicBezTo>
                    <a:cubicBezTo>
                      <a:pt x="7547" y="11349"/>
                      <a:pt x="7605" y="11349"/>
                      <a:pt x="7605" y="11349"/>
                    </a:cubicBezTo>
                    <a:cubicBezTo>
                      <a:pt x="8066" y="12041"/>
                      <a:pt x="8181" y="12790"/>
                      <a:pt x="7893" y="13423"/>
                    </a:cubicBezTo>
                    <a:cubicBezTo>
                      <a:pt x="7954" y="13575"/>
                      <a:pt x="8063" y="13647"/>
                      <a:pt x="8160" y="13647"/>
                    </a:cubicBezTo>
                    <a:cubicBezTo>
                      <a:pt x="8248" y="13647"/>
                      <a:pt x="8326" y="13590"/>
                      <a:pt x="8354" y="13481"/>
                    </a:cubicBezTo>
                    <a:cubicBezTo>
                      <a:pt x="8469" y="13250"/>
                      <a:pt x="8526" y="12962"/>
                      <a:pt x="8526" y="12674"/>
                    </a:cubicBezTo>
                    <a:cubicBezTo>
                      <a:pt x="8526" y="11810"/>
                      <a:pt x="8008" y="11061"/>
                      <a:pt x="7317" y="10658"/>
                    </a:cubicBezTo>
                    <a:cubicBezTo>
                      <a:pt x="7317" y="10312"/>
                      <a:pt x="7317" y="10024"/>
                      <a:pt x="7317" y="9736"/>
                    </a:cubicBezTo>
                    <a:lnTo>
                      <a:pt x="11292" y="5876"/>
                    </a:lnTo>
                    <a:lnTo>
                      <a:pt x="11465" y="5876"/>
                    </a:lnTo>
                    <a:cubicBezTo>
                      <a:pt x="12329" y="5876"/>
                      <a:pt x="12386" y="4436"/>
                      <a:pt x="11465" y="4436"/>
                    </a:cubicBezTo>
                    <a:lnTo>
                      <a:pt x="6107" y="4436"/>
                    </a:lnTo>
                    <a:cubicBezTo>
                      <a:pt x="6107" y="4378"/>
                      <a:pt x="6164" y="4321"/>
                      <a:pt x="6164" y="4263"/>
                    </a:cubicBezTo>
                    <a:lnTo>
                      <a:pt x="6913" y="4148"/>
                    </a:lnTo>
                    <a:cubicBezTo>
                      <a:pt x="7029" y="4090"/>
                      <a:pt x="7086" y="4033"/>
                      <a:pt x="7086" y="3918"/>
                    </a:cubicBezTo>
                    <a:lnTo>
                      <a:pt x="7086" y="2996"/>
                    </a:lnTo>
                    <a:cubicBezTo>
                      <a:pt x="7086" y="2881"/>
                      <a:pt x="7029" y="2823"/>
                      <a:pt x="6913" y="2765"/>
                    </a:cubicBezTo>
                    <a:lnTo>
                      <a:pt x="6164" y="2650"/>
                    </a:lnTo>
                    <a:cubicBezTo>
                      <a:pt x="6107" y="2535"/>
                      <a:pt x="6107" y="2362"/>
                      <a:pt x="5992" y="2247"/>
                    </a:cubicBezTo>
                    <a:lnTo>
                      <a:pt x="6453" y="1671"/>
                    </a:lnTo>
                    <a:cubicBezTo>
                      <a:pt x="6510" y="1555"/>
                      <a:pt x="6510" y="1440"/>
                      <a:pt x="6395" y="1325"/>
                    </a:cubicBezTo>
                    <a:lnTo>
                      <a:pt x="5761" y="691"/>
                    </a:lnTo>
                    <a:cubicBezTo>
                      <a:pt x="5732" y="663"/>
                      <a:pt x="5689" y="648"/>
                      <a:pt x="5639" y="648"/>
                    </a:cubicBezTo>
                    <a:cubicBezTo>
                      <a:pt x="5588" y="648"/>
                      <a:pt x="5531" y="663"/>
                      <a:pt x="5473" y="691"/>
                    </a:cubicBezTo>
                    <a:lnTo>
                      <a:pt x="4897" y="1095"/>
                    </a:lnTo>
                    <a:cubicBezTo>
                      <a:pt x="4724" y="1037"/>
                      <a:pt x="4609" y="979"/>
                      <a:pt x="4494" y="922"/>
                    </a:cubicBezTo>
                    <a:lnTo>
                      <a:pt x="4321" y="230"/>
                    </a:lnTo>
                    <a:cubicBezTo>
                      <a:pt x="4321" y="115"/>
                      <a:pt x="4206" y="0"/>
                      <a:pt x="409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3" tIns="91423" rIns="91423" bIns="91423" anchor="ctr" anchorCtr="0">
                <a:noAutofit/>
              </a:bodyPr>
              <a:lstStyle/>
              <a:p>
                <a:pPr marL="0" lvl="0" indent="0" algn="l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lang="fr-FR" sz="1100"/>
              </a:p>
            </p:txBody>
          </p:sp>
        </p:grpSp>
      </p:grpSp>
      <p:sp>
        <p:nvSpPr>
          <p:cNvPr id="1378797235" name="Google Shape;1254;p60"/>
          <p:cNvSpPr txBox="1"/>
          <p:nvPr/>
        </p:nvSpPr>
        <p:spPr bwMode="auto">
          <a:xfrm flipH="1">
            <a:off x="637012" y="3357748"/>
            <a:ext cx="2148899" cy="57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4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Application prête pour l’utilisation </a:t>
            </a:r>
            <a:endParaRPr lang="fr-FR" sz="1400">
              <a:solidFill>
                <a:schemeClr val="dk1"/>
              </a:solidFill>
              <a:latin typeface="Albert Sans"/>
              <a:ea typeface="Albert Sans"/>
              <a:cs typeface="Albert Sans"/>
            </a:endParaRPr>
          </a:p>
        </p:txBody>
      </p:sp>
      <p:grpSp>
        <p:nvGrpSpPr>
          <p:cNvPr id="1973591050" name="Google Shape;1158;p58"/>
          <p:cNvGrpSpPr/>
          <p:nvPr/>
        </p:nvGrpSpPr>
        <p:grpSpPr bwMode="auto">
          <a:xfrm flipH="1">
            <a:off x="-311294" y="154128"/>
            <a:ext cx="1590592" cy="875372"/>
            <a:chOff x="6456461" y="3575597"/>
            <a:chExt cx="1004097" cy="552600"/>
          </a:xfrm>
        </p:grpSpPr>
        <p:sp>
          <p:nvSpPr>
            <p:cNvPr id="840849207" name="Google Shape;1159;p58"/>
            <p:cNvSpPr/>
            <p:nvPr/>
          </p:nvSpPr>
          <p:spPr bwMode="auto">
            <a:xfrm>
              <a:off x="6456461" y="3575601"/>
              <a:ext cx="1004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07761419" name="Google Shape;1160;p58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789839927" name="Google Shape;1161;p58"/>
          <p:cNvGrpSpPr/>
          <p:nvPr/>
        </p:nvGrpSpPr>
        <p:grpSpPr bwMode="auto">
          <a:xfrm flipH="1">
            <a:off x="-425082" y="1029492"/>
            <a:ext cx="1249830" cy="707503"/>
            <a:chOff x="6456474" y="3575597"/>
            <a:chExt cx="976199" cy="552609"/>
          </a:xfrm>
        </p:grpSpPr>
        <p:sp>
          <p:nvSpPr>
            <p:cNvPr id="1383675231" name="Google Shape;1162;p58"/>
            <p:cNvSpPr/>
            <p:nvPr/>
          </p:nvSpPr>
          <p:spPr bwMode="auto">
            <a:xfrm>
              <a:off x="6456474" y="3575606"/>
              <a:ext cx="976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00791357" name="Google Shape;1163;p58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465302754" name="Google Shape;553;p42"/>
          <p:cNvGrpSpPr/>
          <p:nvPr/>
        </p:nvGrpSpPr>
        <p:grpSpPr bwMode="auto">
          <a:xfrm>
            <a:off x="7728311" y="150016"/>
            <a:ext cx="1590592" cy="875372"/>
            <a:chOff x="6456461" y="3575597"/>
            <a:chExt cx="1004097" cy="552600"/>
          </a:xfrm>
        </p:grpSpPr>
        <p:sp>
          <p:nvSpPr>
            <p:cNvPr id="663124890" name="Google Shape;554;p42"/>
            <p:cNvSpPr/>
            <p:nvPr/>
          </p:nvSpPr>
          <p:spPr bwMode="auto">
            <a:xfrm>
              <a:off x="6456461" y="3575601"/>
              <a:ext cx="1004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66913561" name="Google Shape;555;p42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239230578" name="Google Shape;556;p42"/>
          <p:cNvGrpSpPr/>
          <p:nvPr/>
        </p:nvGrpSpPr>
        <p:grpSpPr bwMode="auto">
          <a:xfrm>
            <a:off x="8182863" y="1025382"/>
            <a:ext cx="1249830" cy="707503"/>
            <a:chOff x="6456474" y="3575597"/>
            <a:chExt cx="976199" cy="552609"/>
          </a:xfrm>
        </p:grpSpPr>
        <p:sp>
          <p:nvSpPr>
            <p:cNvPr id="167330711" name="Google Shape;557;p42"/>
            <p:cNvSpPr/>
            <p:nvPr/>
          </p:nvSpPr>
          <p:spPr bwMode="auto">
            <a:xfrm>
              <a:off x="6456474" y="3575606"/>
              <a:ext cx="976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423662004" name="Google Shape;558;p42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748813926" name="Google Shape;364;p35"/>
          <p:cNvGrpSpPr/>
          <p:nvPr/>
        </p:nvGrpSpPr>
        <p:grpSpPr bwMode="auto">
          <a:xfrm rot="10799989" flipH="1">
            <a:off x="6105638" y="4178877"/>
            <a:ext cx="5455164" cy="875380"/>
            <a:chOff x="6456467" y="3575595"/>
            <a:chExt cx="3443699" cy="552603"/>
          </a:xfrm>
        </p:grpSpPr>
        <p:sp>
          <p:nvSpPr>
            <p:cNvPr id="231498329" name="Google Shape;365;p35"/>
            <p:cNvSpPr/>
            <p:nvPr/>
          </p:nvSpPr>
          <p:spPr bwMode="auto">
            <a:xfrm>
              <a:off x="6456467" y="3575595"/>
              <a:ext cx="3443699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724859197" name="Google Shape;366;p35"/>
            <p:cNvSpPr/>
            <p:nvPr/>
          </p:nvSpPr>
          <p:spPr bwMode="auto">
            <a:xfrm>
              <a:off x="6456474" y="3575599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304988" name="Google Shape;390;p37"/>
          <p:cNvSpPr txBox="1"/>
          <p:nvPr>
            <p:ph type="title"/>
          </p:nvPr>
        </p:nvSpPr>
        <p:spPr bwMode="auto">
          <a:xfrm flipH="0" flipV="0">
            <a:off x="3841146" y="1620820"/>
            <a:ext cx="4327348" cy="1599894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>
                <a:latin typeface="Montserrat"/>
                <a:ea typeface="Montserrat"/>
                <a:cs typeface="Montserrat"/>
              </a:rPr>
              <a:t>Équipe</a:t>
            </a:r>
            <a:endParaRPr lang="fr-FR" sz="4800"/>
          </a:p>
        </p:txBody>
      </p:sp>
      <p:sp>
        <p:nvSpPr>
          <p:cNvPr id="1878788902" name="Google Shape;391;p37"/>
          <p:cNvSpPr txBox="1"/>
          <p:nvPr>
            <p:ph type="subTitle" idx="1"/>
          </p:nvPr>
        </p:nvSpPr>
        <p:spPr bwMode="auto">
          <a:xfrm>
            <a:off x="3893697" y="2971605"/>
            <a:ext cx="4442400" cy="374996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Une petite présentation de l’équipe Jobien</a:t>
            </a:r>
            <a:endParaRPr lang="fr-FR"/>
          </a:p>
        </p:txBody>
      </p:sp>
      <p:grpSp>
        <p:nvGrpSpPr>
          <p:cNvPr id="549219014" name="Google Shape;392;p37"/>
          <p:cNvGrpSpPr/>
          <p:nvPr/>
        </p:nvGrpSpPr>
        <p:grpSpPr bwMode="auto">
          <a:xfrm flipH="1">
            <a:off x="-5202408" y="1648701"/>
            <a:ext cx="8892666" cy="1427040"/>
            <a:chOff x="6456465" y="3575592"/>
            <a:chExt cx="3443697" cy="552600"/>
          </a:xfrm>
        </p:grpSpPr>
        <p:sp>
          <p:nvSpPr>
            <p:cNvPr id="2025361230" name="Google Shape;393;p37"/>
            <p:cNvSpPr/>
            <p:nvPr/>
          </p:nvSpPr>
          <p:spPr bwMode="auto">
            <a:xfrm>
              <a:off x="6456465" y="3575592"/>
              <a:ext cx="34436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901889743" name="Google Shape;394;p37"/>
            <p:cNvSpPr/>
            <p:nvPr/>
          </p:nvSpPr>
          <p:spPr bwMode="auto">
            <a:xfrm>
              <a:off x="6456474" y="3575596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980137017" name="Google Shape;395;p37"/>
          <p:cNvSpPr txBox="1"/>
          <p:nvPr>
            <p:ph type="title" idx="2"/>
          </p:nvPr>
        </p:nvSpPr>
        <p:spPr bwMode="auto">
          <a:xfrm>
            <a:off x="2268999" y="1941321"/>
            <a:ext cx="1421100" cy="841797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</a:t>
            </a:r>
            <a:r>
              <a:rPr lang="fr-FR"/>
              <a:t>6</a:t>
            </a:r>
            <a:endParaRPr lang="fr-FR"/>
          </a:p>
        </p:txBody>
      </p:sp>
      <p:grpSp>
        <p:nvGrpSpPr>
          <p:cNvPr id="1909699612" name="Google Shape;396;p37"/>
          <p:cNvGrpSpPr/>
          <p:nvPr/>
        </p:nvGrpSpPr>
        <p:grpSpPr bwMode="auto">
          <a:xfrm rot="10799887">
            <a:off x="-1778499" y="941193"/>
            <a:ext cx="4357118" cy="707492"/>
            <a:chOff x="6456474" y="3575596"/>
            <a:chExt cx="3403200" cy="552600"/>
          </a:xfrm>
        </p:grpSpPr>
        <p:sp>
          <p:nvSpPr>
            <p:cNvPr id="2071020873" name="Google Shape;397;p37"/>
            <p:cNvSpPr/>
            <p:nvPr/>
          </p:nvSpPr>
          <p:spPr bwMode="auto">
            <a:xfrm>
              <a:off x="6456475" y="3575601"/>
              <a:ext cx="3403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443535916" name="Google Shape;398;p37"/>
            <p:cNvSpPr/>
            <p:nvPr/>
          </p:nvSpPr>
          <p:spPr bwMode="auto">
            <a:xfrm>
              <a:off x="6456474" y="3575596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728191510" name="Google Shape;399;p37"/>
          <p:cNvGrpSpPr/>
          <p:nvPr/>
        </p:nvGrpSpPr>
        <p:grpSpPr bwMode="auto">
          <a:xfrm rot="10799887">
            <a:off x="-2248902" y="233696"/>
            <a:ext cx="3759084" cy="707490"/>
            <a:chOff x="6456474" y="3575596"/>
            <a:chExt cx="2936097" cy="552600"/>
          </a:xfrm>
        </p:grpSpPr>
        <p:sp>
          <p:nvSpPr>
            <p:cNvPr id="534657884" name="Google Shape;400;p37"/>
            <p:cNvSpPr/>
            <p:nvPr/>
          </p:nvSpPr>
          <p:spPr bwMode="auto">
            <a:xfrm>
              <a:off x="6456474" y="3575596"/>
              <a:ext cx="2936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98957913" name="Google Shape;401;p37"/>
            <p:cNvSpPr/>
            <p:nvPr/>
          </p:nvSpPr>
          <p:spPr bwMode="auto">
            <a:xfrm>
              <a:off x="6456474" y="3575596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8692205" name="Google Shape;383;p36"/>
          <p:cNvGrpSpPr/>
          <p:nvPr/>
        </p:nvGrpSpPr>
        <p:grpSpPr bwMode="auto">
          <a:xfrm rot="10799989" flipH="1">
            <a:off x="7465406" y="1442437"/>
            <a:ext cx="3759087" cy="707492"/>
            <a:chOff x="0" y="0"/>
            <a:chExt cx="3759087" cy="707492"/>
          </a:xfrm>
        </p:grpSpPr>
        <p:sp>
          <p:nvSpPr>
            <p:cNvPr id="2045240065" name="Google Shape;384;p36"/>
            <p:cNvSpPr/>
            <p:nvPr/>
          </p:nvSpPr>
          <p:spPr bwMode="auto">
            <a:xfrm>
              <a:off x="0" y="0"/>
              <a:ext cx="3759087" cy="707492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41584864" name="Google Shape;385;p36"/>
            <p:cNvSpPr/>
            <p:nvPr/>
          </p:nvSpPr>
          <p:spPr bwMode="auto">
            <a:xfrm>
              <a:off x="0" y="0"/>
              <a:ext cx="707493" cy="70749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3" tIns="91423" rIns="91423" bIns="91423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164992844" name=""/>
          <p:cNvSpPr/>
          <p:nvPr/>
        </p:nvSpPr>
        <p:spPr bwMode="auto">
          <a:xfrm>
            <a:off x="3421315" y="956358"/>
            <a:ext cx="6142711" cy="2682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fr-FR" sz="2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Bonjour!</a:t>
            </a:r>
            <a:br>
              <a:rPr lang="fr-FR" sz="2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</a:br>
            <a:endParaRPr lang="fr-FR" sz="1400">
              <a:solidFill>
                <a:schemeClr val="accent1"/>
              </a:solidFill>
              <a:latin typeface="Montserrat"/>
              <a:cs typeface="Montserrat"/>
            </a:endParaRPr>
          </a:p>
          <a:p>
            <a:pPr>
              <a:defRPr/>
            </a:pPr>
            <a:r>
              <a:rPr lang="fr-FR" sz="1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– Ahmed SAHEB ETTABAA</a:t>
            </a:r>
            <a:br>
              <a:rPr lang="fr-FR" sz="1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</a:br>
            <a:endParaRPr lang="fr-FR" sz="1400">
              <a:solidFill>
                <a:schemeClr val="accent1"/>
              </a:solidFill>
              <a:latin typeface="Montserrat"/>
              <a:cs typeface="Montserrat"/>
            </a:endParaRPr>
          </a:p>
          <a:p>
            <a:pPr>
              <a:defRPr/>
            </a:pPr>
            <a:r>
              <a:rPr lang="fr-FR" sz="2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Lycée</a:t>
            </a:r>
            <a:r>
              <a:rPr lang="fr-FR" sz="2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n</a:t>
            </a:r>
            <a:br>
              <a:rPr lang="fr-FR" sz="2800" b="1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</a:br>
            <a:endParaRPr lang="fr-FR" sz="1400">
              <a:solidFill>
                <a:schemeClr val="accent1"/>
              </a:solidFill>
              <a:latin typeface="Montserrat"/>
              <a:cs typeface="Montserrat"/>
            </a:endParaRPr>
          </a:p>
          <a:p>
            <a:pPr>
              <a:defRPr/>
            </a:pP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“J’ai 16 ans et j’ai</a:t>
            </a: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 appris la programmation</a:t>
            </a:r>
            <a:endParaRPr lang="fr-FR" sz="1800" b="0" i="0" u="none">
              <a:solidFill>
                <a:schemeClr val="accent1"/>
              </a:solidFill>
              <a:latin typeface="Montserrat"/>
              <a:ea typeface="Montserrat"/>
              <a:cs typeface="Montserrat"/>
            </a:endParaRPr>
          </a:p>
          <a:p>
            <a:pPr>
              <a:defRPr/>
            </a:pP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a l’</a:t>
            </a: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â</a:t>
            </a: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ge</a:t>
            </a: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de 10 ans</a:t>
            </a:r>
            <a: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  <a:t>”</a:t>
            </a:r>
            <a:br>
              <a:rPr lang="fr-FR" sz="1800" b="0" i="0" u="none">
                <a:solidFill>
                  <a:schemeClr val="accent1"/>
                </a:solidFill>
                <a:latin typeface="Montserrat"/>
                <a:ea typeface="Montserrat"/>
                <a:cs typeface="Montserrat"/>
              </a:rPr>
            </a:br>
            <a:endParaRPr lang="fr-FR" sz="1800" b="0" i="0" u="none">
              <a:solidFill>
                <a:srgbClr val="4A8CFF"/>
              </a:solidFill>
              <a:latin typeface="Montserrat"/>
              <a:cs typeface="Montserrat"/>
            </a:endParaRPr>
          </a:p>
        </p:txBody>
      </p:sp>
      <p:pic>
        <p:nvPicPr>
          <p:cNvPr id="8865172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06517" y="111672"/>
            <a:ext cx="2247899" cy="4371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384719" name="Google Shape;390;p37"/>
          <p:cNvSpPr txBox="1"/>
          <p:nvPr>
            <p:ph type="title"/>
          </p:nvPr>
        </p:nvSpPr>
        <p:spPr bwMode="auto">
          <a:xfrm flipH="0" flipV="0">
            <a:off x="3736042" y="1620819"/>
            <a:ext cx="5178715" cy="1599894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4800">
                <a:latin typeface="Montserrat"/>
                <a:ea typeface="Montserrat"/>
                <a:cs typeface="Montserrat"/>
              </a:rPr>
              <a:t>Démonstration</a:t>
            </a:r>
            <a:endParaRPr lang="fr-FR" sz="4800"/>
          </a:p>
        </p:txBody>
      </p:sp>
      <p:sp>
        <p:nvSpPr>
          <p:cNvPr id="468380222" name="Google Shape;391;p37"/>
          <p:cNvSpPr txBox="1"/>
          <p:nvPr>
            <p:ph type="subTitle" idx="1"/>
          </p:nvPr>
        </p:nvSpPr>
        <p:spPr bwMode="auto">
          <a:xfrm>
            <a:off x="3893697" y="2971604"/>
            <a:ext cx="4442400" cy="374995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0" i="0" u="none" strike="noStrike" cap="none" spc="0">
                <a:solidFill>
                  <a:schemeClr val="accent1"/>
                </a:solidFill>
                <a:latin typeface="Albert Sans"/>
                <a:ea typeface="Albert Sans"/>
                <a:cs typeface="Albert Sans"/>
              </a:rPr>
              <a:t>Une </a:t>
            </a:r>
            <a:r>
              <a:rPr lang="fr-FR"/>
              <a:t>démonstration de Jobien</a:t>
            </a:r>
            <a:endParaRPr lang="fr-FR"/>
          </a:p>
        </p:txBody>
      </p:sp>
      <p:grpSp>
        <p:nvGrpSpPr>
          <p:cNvPr id="1789062348" name="Google Shape;392;p37"/>
          <p:cNvGrpSpPr/>
          <p:nvPr/>
        </p:nvGrpSpPr>
        <p:grpSpPr bwMode="auto">
          <a:xfrm flipH="1">
            <a:off x="-5202407" y="1648701"/>
            <a:ext cx="8892666" cy="1427040"/>
            <a:chOff x="6456465" y="3575592"/>
            <a:chExt cx="3443697" cy="552600"/>
          </a:xfrm>
        </p:grpSpPr>
        <p:sp>
          <p:nvSpPr>
            <p:cNvPr id="201189083" name="Google Shape;393;p37"/>
            <p:cNvSpPr/>
            <p:nvPr/>
          </p:nvSpPr>
          <p:spPr bwMode="auto">
            <a:xfrm>
              <a:off x="6456465" y="3575592"/>
              <a:ext cx="34436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706651311" name="Google Shape;394;p37"/>
            <p:cNvSpPr/>
            <p:nvPr/>
          </p:nvSpPr>
          <p:spPr bwMode="auto">
            <a:xfrm>
              <a:off x="6456474" y="3575595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sp>
        <p:nvSpPr>
          <p:cNvPr id="1984688450" name="Google Shape;395;p37"/>
          <p:cNvSpPr txBox="1"/>
          <p:nvPr>
            <p:ph type="title" idx="2"/>
          </p:nvPr>
        </p:nvSpPr>
        <p:spPr bwMode="auto">
          <a:xfrm>
            <a:off x="2268999" y="1941320"/>
            <a:ext cx="1421100" cy="841797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0</a:t>
            </a:r>
            <a:r>
              <a:rPr lang="fr-FR"/>
              <a:t>7</a:t>
            </a:r>
            <a:endParaRPr lang="fr-FR"/>
          </a:p>
        </p:txBody>
      </p:sp>
      <p:grpSp>
        <p:nvGrpSpPr>
          <p:cNvPr id="1319920194" name="Google Shape;396;p37"/>
          <p:cNvGrpSpPr/>
          <p:nvPr/>
        </p:nvGrpSpPr>
        <p:grpSpPr bwMode="auto">
          <a:xfrm rot="10799852">
            <a:off x="-1778499" y="941193"/>
            <a:ext cx="4357117" cy="707491"/>
            <a:chOff x="6456474" y="3575595"/>
            <a:chExt cx="3403199" cy="552600"/>
          </a:xfrm>
        </p:grpSpPr>
        <p:sp>
          <p:nvSpPr>
            <p:cNvPr id="927307000" name="Google Shape;397;p37"/>
            <p:cNvSpPr/>
            <p:nvPr/>
          </p:nvSpPr>
          <p:spPr bwMode="auto">
            <a:xfrm>
              <a:off x="6456474" y="3575601"/>
              <a:ext cx="3403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255850031" name="Google Shape;398;p37"/>
            <p:cNvSpPr/>
            <p:nvPr/>
          </p:nvSpPr>
          <p:spPr bwMode="auto">
            <a:xfrm>
              <a:off x="6456474" y="3575595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2029042552" name="Google Shape;399;p37"/>
          <p:cNvGrpSpPr/>
          <p:nvPr/>
        </p:nvGrpSpPr>
        <p:grpSpPr bwMode="auto">
          <a:xfrm rot="10799852">
            <a:off x="-2248902" y="233695"/>
            <a:ext cx="3759084" cy="707490"/>
            <a:chOff x="6456474" y="3575595"/>
            <a:chExt cx="2936097" cy="552600"/>
          </a:xfrm>
        </p:grpSpPr>
        <p:sp>
          <p:nvSpPr>
            <p:cNvPr id="1315066111" name="Google Shape;400;p37"/>
            <p:cNvSpPr/>
            <p:nvPr/>
          </p:nvSpPr>
          <p:spPr bwMode="auto">
            <a:xfrm>
              <a:off x="6456474" y="3575595"/>
              <a:ext cx="2936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707658472" name="Google Shape;401;p37"/>
            <p:cNvSpPr/>
            <p:nvPr/>
          </p:nvSpPr>
          <p:spPr bwMode="auto">
            <a:xfrm>
              <a:off x="6456474" y="3575595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059237" name="Google Shape;390;p37"/>
          <p:cNvSpPr txBox="1"/>
          <p:nvPr>
            <p:ph type="title"/>
          </p:nvPr>
        </p:nvSpPr>
        <p:spPr bwMode="auto">
          <a:xfrm flipH="0" flipV="0">
            <a:off x="2408774" y="1482871"/>
            <a:ext cx="4029147" cy="1599894"/>
          </a:xfrm>
          <a:prstGeom prst="rect">
            <a:avLst/>
          </a:prstGeom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u="sng">
                <a:solidFill>
                  <a:srgbClr val="0092A2"/>
                </a:solidFill>
              </a:rPr>
              <a:t>Jobien.work</a:t>
            </a:r>
            <a:endParaRPr sz="4800" u="sng">
              <a:solidFill>
                <a:srgbClr val="0092A2"/>
              </a:solidFill>
            </a:endParaRPr>
          </a:p>
        </p:txBody>
      </p:sp>
      <p:sp>
        <p:nvSpPr>
          <p:cNvPr id="822971236" name="Google Shape;394;p37"/>
          <p:cNvSpPr/>
          <p:nvPr/>
        </p:nvSpPr>
        <p:spPr bwMode="auto">
          <a:xfrm rot="0" flipH="1" flipV="0">
            <a:off x="1254065" y="5224296"/>
            <a:ext cx="552600" cy="552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sp>
        <p:nvSpPr>
          <p:cNvPr id="2096657730" name=""/>
          <p:cNvSpPr txBox="1"/>
          <p:nvPr/>
        </p:nvSpPr>
        <p:spPr bwMode="auto">
          <a:xfrm flipH="0" flipV="0">
            <a:off x="2546192" y="2747124"/>
            <a:ext cx="375466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600">
                <a:solidFill>
                  <a:schemeClr val="tx2"/>
                </a:solidFill>
                <a:latin typeface="Montserrat"/>
                <a:ea typeface="Montserrat"/>
                <a:cs typeface="Montserrat"/>
              </a:rPr>
              <a:t>n’hésiter pas a visiter le site web</a:t>
            </a:r>
            <a:endParaRPr lang="fr-FR" sz="1600">
              <a:solidFill>
                <a:schemeClr val="tx2"/>
              </a:solidFill>
              <a:latin typeface="Montserrat"/>
              <a:cs typeface="Montserrat"/>
            </a:endParaRPr>
          </a:p>
        </p:txBody>
      </p:sp>
      <p:grpSp>
        <p:nvGrpSpPr>
          <p:cNvPr id="1638469967" name="Google Shape;971;p54"/>
          <p:cNvGrpSpPr/>
          <p:nvPr/>
        </p:nvGrpSpPr>
        <p:grpSpPr bwMode="auto">
          <a:xfrm flipH="1">
            <a:off x="-668304" y="4250245"/>
            <a:ext cx="4052152" cy="707494"/>
            <a:chOff x="6456474" y="3575598"/>
            <a:chExt cx="3165001" cy="552601"/>
          </a:xfrm>
        </p:grpSpPr>
        <p:sp>
          <p:nvSpPr>
            <p:cNvPr id="1186235910" name="Google Shape;972;p54"/>
            <p:cNvSpPr/>
            <p:nvPr/>
          </p:nvSpPr>
          <p:spPr bwMode="auto">
            <a:xfrm>
              <a:off x="6456477" y="3575601"/>
              <a:ext cx="31649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2001674539" name="Google Shape;973;p54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473625210" name="Google Shape;553;p42"/>
          <p:cNvGrpSpPr/>
          <p:nvPr/>
        </p:nvGrpSpPr>
        <p:grpSpPr bwMode="auto">
          <a:xfrm>
            <a:off x="7728311" y="150021"/>
            <a:ext cx="1590592" cy="875372"/>
            <a:chOff x="6456461" y="3575597"/>
            <a:chExt cx="1004097" cy="552600"/>
          </a:xfrm>
        </p:grpSpPr>
        <p:sp>
          <p:nvSpPr>
            <p:cNvPr id="578964166" name="Google Shape;554;p42"/>
            <p:cNvSpPr/>
            <p:nvPr/>
          </p:nvSpPr>
          <p:spPr bwMode="auto">
            <a:xfrm>
              <a:off x="6456461" y="3575601"/>
              <a:ext cx="10040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611653696" name="Google Shape;555;p42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2050880454" name="Google Shape;556;p42"/>
          <p:cNvGrpSpPr/>
          <p:nvPr/>
        </p:nvGrpSpPr>
        <p:grpSpPr bwMode="auto">
          <a:xfrm>
            <a:off x="8182863" y="1025388"/>
            <a:ext cx="1249830" cy="707503"/>
            <a:chOff x="6456474" y="3575597"/>
            <a:chExt cx="976199" cy="552609"/>
          </a:xfrm>
        </p:grpSpPr>
        <p:sp>
          <p:nvSpPr>
            <p:cNvPr id="1811976568" name="Google Shape;557;p42"/>
            <p:cNvSpPr/>
            <p:nvPr/>
          </p:nvSpPr>
          <p:spPr bwMode="auto">
            <a:xfrm>
              <a:off x="6456474" y="3575606"/>
              <a:ext cx="976197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738103914" name="Google Shape;558;p42"/>
            <p:cNvSpPr/>
            <p:nvPr/>
          </p:nvSpPr>
          <p:spPr bwMode="auto">
            <a:xfrm>
              <a:off x="6456474" y="3575597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051726002" name="Google Shape;1158;p58"/>
          <p:cNvGrpSpPr/>
          <p:nvPr/>
        </p:nvGrpSpPr>
        <p:grpSpPr bwMode="auto">
          <a:xfrm flipH="1">
            <a:off x="-311295" y="154129"/>
            <a:ext cx="1590593" cy="875373"/>
            <a:chOff x="6456462" y="3575598"/>
            <a:chExt cx="1004098" cy="552600"/>
          </a:xfrm>
        </p:grpSpPr>
        <p:sp>
          <p:nvSpPr>
            <p:cNvPr id="1710397760" name="Google Shape;1159;p58"/>
            <p:cNvSpPr/>
            <p:nvPr/>
          </p:nvSpPr>
          <p:spPr bwMode="auto">
            <a:xfrm>
              <a:off x="6456462" y="3575601"/>
              <a:ext cx="10040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934836722" name="Google Shape;1160;p58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1351543430" name="Google Shape;1161;p58"/>
          <p:cNvGrpSpPr/>
          <p:nvPr/>
        </p:nvGrpSpPr>
        <p:grpSpPr bwMode="auto">
          <a:xfrm flipH="1">
            <a:off x="-425083" y="1029493"/>
            <a:ext cx="1249830" cy="707504"/>
            <a:chOff x="6456474" y="3575598"/>
            <a:chExt cx="976200" cy="552609"/>
          </a:xfrm>
        </p:grpSpPr>
        <p:sp>
          <p:nvSpPr>
            <p:cNvPr id="667309322" name="Google Shape;1162;p58"/>
            <p:cNvSpPr/>
            <p:nvPr/>
          </p:nvSpPr>
          <p:spPr bwMode="auto">
            <a:xfrm>
              <a:off x="6456475" y="3575607"/>
              <a:ext cx="976198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103960107" name="Google Shape;1163;p58"/>
            <p:cNvSpPr/>
            <p:nvPr/>
          </p:nvSpPr>
          <p:spPr bwMode="auto">
            <a:xfrm>
              <a:off x="6456474" y="3575598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2" tIns="91422" rIns="91422" bIns="91422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558135" name="Google Shape;1343;p63"/>
          <p:cNvSpPr txBox="1"/>
          <p:nvPr>
            <p:ph type="title"/>
          </p:nvPr>
        </p:nvSpPr>
        <p:spPr bwMode="auto">
          <a:xfrm>
            <a:off x="713275" y="540000"/>
            <a:ext cx="4448100" cy="13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Merci</a:t>
            </a:r>
            <a:r>
              <a:rPr lang="fr-FR"/>
              <a:t>!</a:t>
            </a:r>
            <a:endParaRPr lang="fr-FR"/>
          </a:p>
        </p:txBody>
      </p:sp>
      <p:sp>
        <p:nvSpPr>
          <p:cNvPr id="1793634440" name="Google Shape;1344;p63"/>
          <p:cNvSpPr txBox="1"/>
          <p:nvPr>
            <p:ph type="subTitle" idx="1"/>
          </p:nvPr>
        </p:nvSpPr>
        <p:spPr bwMode="auto">
          <a:xfrm>
            <a:off x="713225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600" b="1">
                <a:solidFill>
                  <a:schemeClr val="dk2"/>
                </a:solidFill>
              </a:rPr>
              <a:t>Avez-Vous des question?</a:t>
            </a:r>
            <a:endParaRPr lang="fr-FR" sz="1600" b="1">
              <a:solidFill>
                <a:schemeClr val="dk2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sahebettabaaahmed</a:t>
            </a:r>
            <a:r>
              <a:rPr lang="fr-FR"/>
              <a:t>@</a:t>
            </a:r>
            <a:r>
              <a:rPr lang="fr-FR"/>
              <a:t>gmail.com</a:t>
            </a:r>
            <a:endParaRPr lang="fr-FR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/>
              <a:t>jobien</a:t>
            </a:r>
            <a:r>
              <a:rPr lang="fr-FR"/>
              <a:t>.</a:t>
            </a:r>
            <a:r>
              <a:rPr lang="fr-FR"/>
              <a:t>work</a:t>
            </a:r>
            <a:endParaRPr lang="fr-FR"/>
          </a:p>
        </p:txBody>
      </p:sp>
      <p:sp>
        <p:nvSpPr>
          <p:cNvPr id="1124608234" name="Google Shape;1345;p63"/>
          <p:cNvSpPr txBox="1"/>
          <p:nvPr/>
        </p:nvSpPr>
        <p:spPr bwMode="auto">
          <a:xfrm>
            <a:off x="713225" y="43544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fr-FR" sz="1200">
                <a:solidFill>
                  <a:schemeClr val="dk1"/>
                </a:solidFill>
                <a:latin typeface="Albert Sans"/>
                <a:ea typeface="Albert Sans"/>
                <a:cs typeface="Albert Sans"/>
              </a:rPr>
              <a:t>Please keep this slide for attribution</a:t>
            </a:r>
            <a:endParaRPr lang="fr-FR" sz="1200">
              <a:solidFill>
                <a:schemeClr val="dk1"/>
              </a:solidFill>
              <a:latin typeface="Albert Sans"/>
              <a:ea typeface="Albert Sans"/>
              <a:cs typeface="Albert Sans"/>
            </a:endParaRPr>
          </a:p>
        </p:txBody>
      </p:sp>
      <p:sp>
        <p:nvSpPr>
          <p:cNvPr id="2088438536" name="Google Shape;1346;p63"/>
          <p:cNvSpPr/>
          <p:nvPr/>
        </p:nvSpPr>
        <p:spPr bwMode="auto">
          <a:xfrm flipH="1" flipV="0">
            <a:off x="-326997" y="3907448"/>
            <a:ext cx="6008676" cy="70739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fr-FR"/>
          </a:p>
        </p:txBody>
      </p:sp>
      <p:grpSp>
        <p:nvGrpSpPr>
          <p:cNvPr id="1616761205" name="Google Shape;1361;p63"/>
          <p:cNvGrpSpPr/>
          <p:nvPr/>
        </p:nvGrpSpPr>
        <p:grpSpPr bwMode="auto">
          <a:xfrm>
            <a:off x="6030919" y="1103972"/>
            <a:ext cx="4357122" cy="707497"/>
            <a:chOff x="6456475" y="3575600"/>
            <a:chExt cx="3403204" cy="552603"/>
          </a:xfrm>
        </p:grpSpPr>
        <p:sp>
          <p:nvSpPr>
            <p:cNvPr id="1362" name="Google Shape;1362;p63"/>
            <p:cNvSpPr/>
            <p:nvPr/>
          </p:nvSpPr>
          <p:spPr bwMode="auto">
            <a:xfrm>
              <a:off x="6456479" y="3575603"/>
              <a:ext cx="34032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63" name="Google Shape;1363;p63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23584682" name="Google Shape;1364;p63"/>
          <p:cNvGrpSpPr/>
          <p:nvPr/>
        </p:nvGrpSpPr>
        <p:grpSpPr bwMode="auto">
          <a:xfrm>
            <a:off x="5015575" y="228600"/>
            <a:ext cx="5455165" cy="875381"/>
            <a:chOff x="6456469" y="3575596"/>
            <a:chExt cx="3443700" cy="552604"/>
          </a:xfrm>
        </p:grpSpPr>
        <p:sp>
          <p:nvSpPr>
            <p:cNvPr id="1365" name="Google Shape;1365;p63"/>
            <p:cNvSpPr/>
            <p:nvPr/>
          </p:nvSpPr>
          <p:spPr bwMode="auto">
            <a:xfrm>
              <a:off x="6456469" y="3575596"/>
              <a:ext cx="34437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66" name="Google Shape;1366;p63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809111363" name="Google Shape;1367;p63"/>
          <p:cNvGrpSpPr/>
          <p:nvPr/>
        </p:nvGrpSpPr>
        <p:grpSpPr bwMode="auto">
          <a:xfrm>
            <a:off x="7099358" y="1811472"/>
            <a:ext cx="3759089" cy="707494"/>
            <a:chOff x="6456475" y="3575600"/>
            <a:chExt cx="2936100" cy="552600"/>
          </a:xfrm>
        </p:grpSpPr>
        <p:sp>
          <p:nvSpPr>
            <p:cNvPr id="1368" name="Google Shape;1368;p63"/>
            <p:cNvSpPr/>
            <p:nvPr/>
          </p:nvSpPr>
          <p:spPr bwMode="auto">
            <a:xfrm>
              <a:off x="6456475" y="3575600"/>
              <a:ext cx="2936100" cy="5526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69" name="Google Shape;1369;p63"/>
            <p:cNvSpPr/>
            <p:nvPr/>
          </p:nvSpPr>
          <p:spPr bwMode="auto">
            <a:xfrm>
              <a:off x="6456475" y="3575600"/>
              <a:ext cx="552600" cy="552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  <p:grpSp>
        <p:nvGrpSpPr>
          <p:cNvPr id="68306091" name="Google Shape;1349;p63"/>
          <p:cNvGrpSpPr/>
          <p:nvPr/>
        </p:nvGrpSpPr>
        <p:grpSpPr bwMode="auto">
          <a:xfrm rot="0" flipH="0" flipV="0">
            <a:off x="1675293" y="3262296"/>
            <a:ext cx="76959" cy="260404"/>
            <a:chOff x="0" y="0"/>
            <a:chExt cx="76959" cy="260404"/>
          </a:xfrm>
        </p:grpSpPr>
        <p:sp>
          <p:nvSpPr>
            <p:cNvPr id="1350" name="Google Shape;1350;p63"/>
            <p:cNvSpPr/>
            <p:nvPr/>
          </p:nvSpPr>
          <p:spPr bwMode="auto">
            <a:xfrm>
              <a:off x="10065" y="91745"/>
              <a:ext cx="66894" cy="168659"/>
            </a:xfrm>
            <a:custGeom>
              <a:avLst/>
              <a:gdLst/>
              <a:ahLst/>
              <a:cxnLst/>
              <a:rect l="l" t="t" r="r" b="b"/>
              <a:pathLst>
                <a:path w="1502" h="3787" fill="norm" stroke="1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  <p:sp>
          <p:nvSpPr>
            <p:cNvPr id="1351" name="Google Shape;1351;p63"/>
            <p:cNvSpPr/>
            <p:nvPr/>
          </p:nvSpPr>
          <p:spPr bwMode="auto">
            <a:xfrm>
              <a:off x="0" y="0"/>
              <a:ext cx="76958" cy="76958"/>
            </a:xfrm>
            <a:custGeom>
              <a:avLst/>
              <a:gdLst/>
              <a:ahLst/>
              <a:cxnLst/>
              <a:rect l="l" t="t" r="r" b="b"/>
              <a:pathLst>
                <a:path w="1728" h="1728" fill="norm" stroke="1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fr-FR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aunch Product Crowdfunding Pitch Deck by Slidesgo">
  <a:themeElements>
    <a:clrScheme name="Simple Light">
      <a:dk1>
        <a:srgbClr val="191919"/>
      </a:dk1>
      <a:lt1>
        <a:srgbClr val="FFFFFF"/>
      </a:lt1>
      <a:dk2>
        <a:srgbClr val="002080"/>
      </a:dk2>
      <a:lt2>
        <a:srgbClr val="0336D0"/>
      </a:lt2>
      <a:accent1>
        <a:srgbClr val="1382DB"/>
      </a:accent1>
      <a:accent2>
        <a:srgbClr val="1FC2E1"/>
      </a:accent2>
      <a:accent3>
        <a:srgbClr val="08E0DB"/>
      </a:accent3>
      <a:accent4>
        <a:srgbClr val="03FCD5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15</cp:revision>
  <dcterms:modified xsi:type="dcterms:W3CDTF">2026-05-03T01:16:35Z</dcterms:modified>
</cp:coreProperties>
</file>